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21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F2C23-7CB6-4613-BBA2-19EC6EA97C71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B84B798-D4B9-4CBB-A345-1B472E88D945}">
      <dgm:prSet phldrT="[文本]" custT="1"/>
      <dgm:spPr/>
      <dgm:t>
        <a:bodyPr/>
        <a:lstStyle/>
        <a:p>
          <a:r>
            <a:rPr lang="zh-CN" altLang="en-US" sz="1050" dirty="0" smtClean="0"/>
            <a:t>选址中</a:t>
          </a:r>
          <a:endParaRPr lang="zh-CN" altLang="en-US" sz="1050" dirty="0"/>
        </a:p>
      </dgm:t>
    </dgm:pt>
    <dgm:pt modelId="{28DE8200-13B4-4156-9DA4-4A698677610A}" type="parTrans" cxnId="{761C2112-B031-4FD0-95AC-C3043676A30E}">
      <dgm:prSet/>
      <dgm:spPr/>
      <dgm:t>
        <a:bodyPr/>
        <a:lstStyle/>
        <a:p>
          <a:endParaRPr lang="zh-CN" altLang="en-US" sz="1800"/>
        </a:p>
      </dgm:t>
    </dgm:pt>
    <dgm:pt modelId="{63BF89AD-2307-4C84-BCE8-013CD29F8CFF}" type="sibTrans" cxnId="{761C2112-B031-4FD0-95AC-C3043676A30E}">
      <dgm:prSet/>
      <dgm:spPr/>
      <dgm:t>
        <a:bodyPr/>
        <a:lstStyle/>
        <a:p>
          <a:endParaRPr lang="zh-CN" altLang="en-US" sz="1800"/>
        </a:p>
      </dgm:t>
    </dgm:pt>
    <dgm:pt modelId="{13FD6D7B-FF33-4E2D-A0B9-3D5C75ED2D1C}">
      <dgm:prSet phldrT="[文本]" custT="1"/>
      <dgm:spPr/>
      <dgm:t>
        <a:bodyPr/>
        <a:lstStyle/>
        <a:p>
          <a:r>
            <a:rPr lang="zh-CN" altLang="en-US" sz="1050" dirty="0" smtClean="0"/>
            <a:t>老商</a:t>
          </a:r>
          <a:r>
            <a:rPr lang="en-US" altLang="zh-CN" sz="1050" dirty="0" smtClean="0"/>
            <a:t>-2</a:t>
          </a:r>
          <a:r>
            <a:rPr lang="zh-CN" altLang="en-US" sz="1050" dirty="0" smtClean="0"/>
            <a:t>家店</a:t>
          </a:r>
          <a:endParaRPr lang="zh-CN" altLang="en-US" sz="1050" dirty="0"/>
        </a:p>
      </dgm:t>
    </dgm:pt>
    <dgm:pt modelId="{DC633669-328D-40B2-AE51-BE9944108737}" type="parTrans" cxnId="{A31FCFC2-FDD1-44C8-AD03-AF62EF8B39FF}">
      <dgm:prSet/>
      <dgm:spPr/>
      <dgm:t>
        <a:bodyPr/>
        <a:lstStyle/>
        <a:p>
          <a:endParaRPr lang="zh-CN" altLang="en-US" sz="1800"/>
        </a:p>
      </dgm:t>
    </dgm:pt>
    <dgm:pt modelId="{4439514D-AF49-42FC-8340-564BC290E8D7}" type="sibTrans" cxnId="{A31FCFC2-FDD1-44C8-AD03-AF62EF8B39FF}">
      <dgm:prSet/>
      <dgm:spPr/>
      <dgm:t>
        <a:bodyPr/>
        <a:lstStyle/>
        <a:p>
          <a:endParaRPr lang="zh-CN" altLang="en-US" sz="1800"/>
        </a:p>
      </dgm:t>
    </dgm:pt>
    <dgm:pt modelId="{868E808F-0E5B-497B-8BF3-90508163B75B}">
      <dgm:prSet phldrT="[文本]" custT="1"/>
      <dgm:spPr/>
      <dgm:t>
        <a:bodyPr/>
        <a:lstStyle/>
        <a:p>
          <a:r>
            <a:rPr lang="zh-CN" altLang="en-US" sz="1050" dirty="0" smtClean="0"/>
            <a:t>新商</a:t>
          </a:r>
          <a:r>
            <a:rPr lang="en-US" altLang="zh-CN" sz="1050" dirty="0" smtClean="0"/>
            <a:t>-10</a:t>
          </a:r>
          <a:r>
            <a:rPr lang="zh-CN" altLang="en-US" sz="1050" dirty="0" smtClean="0"/>
            <a:t>家店</a:t>
          </a:r>
          <a:endParaRPr lang="zh-CN" altLang="en-US" sz="1050" dirty="0"/>
        </a:p>
      </dgm:t>
    </dgm:pt>
    <dgm:pt modelId="{BA9468DE-7DDA-4EA5-9EAA-DE5F61610857}" type="parTrans" cxnId="{4AADEFF8-BC1F-40C5-820D-BD86BE563838}">
      <dgm:prSet/>
      <dgm:spPr/>
      <dgm:t>
        <a:bodyPr/>
        <a:lstStyle/>
        <a:p>
          <a:endParaRPr lang="zh-CN" altLang="en-US" sz="1800"/>
        </a:p>
      </dgm:t>
    </dgm:pt>
    <dgm:pt modelId="{84602243-89F1-4CEF-8CE7-67DDFDF8430E}" type="sibTrans" cxnId="{4AADEFF8-BC1F-40C5-820D-BD86BE563838}">
      <dgm:prSet/>
      <dgm:spPr/>
      <dgm:t>
        <a:bodyPr/>
        <a:lstStyle/>
        <a:p>
          <a:endParaRPr lang="zh-CN" altLang="en-US" sz="1800"/>
        </a:p>
      </dgm:t>
    </dgm:pt>
    <dgm:pt modelId="{FEDEC332-9B04-49D4-8D95-C922A0CBBC1E}">
      <dgm:prSet phldrT="[文本]" custT="1"/>
      <dgm:spPr/>
      <dgm:t>
        <a:bodyPr/>
        <a:lstStyle/>
        <a:p>
          <a:r>
            <a:rPr lang="zh-CN" altLang="en-US" sz="1050" dirty="0" smtClean="0"/>
            <a:t>确认意向中</a:t>
          </a:r>
          <a:endParaRPr lang="zh-CN" altLang="en-US" sz="1050" dirty="0"/>
        </a:p>
      </dgm:t>
    </dgm:pt>
    <dgm:pt modelId="{436C2DF8-57C8-4CF8-96BA-F3AD3C817DDD}" type="parTrans" cxnId="{C1418585-4118-4B0D-BC86-6B41726B7062}">
      <dgm:prSet/>
      <dgm:spPr/>
      <dgm:t>
        <a:bodyPr/>
        <a:lstStyle/>
        <a:p>
          <a:endParaRPr lang="zh-CN" altLang="en-US" sz="1800"/>
        </a:p>
      </dgm:t>
    </dgm:pt>
    <dgm:pt modelId="{C3678D22-3255-4787-B791-867F69A20347}" type="sibTrans" cxnId="{C1418585-4118-4B0D-BC86-6B41726B7062}">
      <dgm:prSet/>
      <dgm:spPr/>
      <dgm:t>
        <a:bodyPr/>
        <a:lstStyle/>
        <a:p>
          <a:endParaRPr lang="zh-CN" altLang="en-US" sz="1800"/>
        </a:p>
      </dgm:t>
    </dgm:pt>
    <dgm:pt modelId="{E3E44050-F258-469E-B8D6-01A3A1B57440}">
      <dgm:prSet phldrT="[文本]" custT="1"/>
      <dgm:spPr/>
      <dgm:t>
        <a:bodyPr/>
        <a:lstStyle/>
        <a:p>
          <a:r>
            <a:rPr lang="zh-CN" altLang="en-US" sz="1050" dirty="0" smtClean="0"/>
            <a:t>     新</a:t>
          </a:r>
          <a:r>
            <a:rPr lang="zh-CN" altLang="en-US" sz="1050" dirty="0" smtClean="0"/>
            <a:t>商</a:t>
          </a:r>
          <a:r>
            <a:rPr lang="en-US" altLang="zh-CN" sz="1050" dirty="0" smtClean="0"/>
            <a:t>-9</a:t>
          </a:r>
          <a:r>
            <a:rPr lang="zh-CN" altLang="en-US" sz="1050" dirty="0" smtClean="0"/>
            <a:t>位      </a:t>
          </a:r>
          <a:endParaRPr lang="zh-CN" altLang="en-US" sz="1050" dirty="0"/>
        </a:p>
      </dgm:t>
    </dgm:pt>
    <dgm:pt modelId="{D9E580BD-6E2F-4040-A657-15507C263E50}" type="parTrans" cxnId="{58BDA058-8AA4-4956-AEF7-3402472C27DC}">
      <dgm:prSet/>
      <dgm:spPr/>
      <dgm:t>
        <a:bodyPr/>
        <a:lstStyle/>
        <a:p>
          <a:endParaRPr lang="zh-CN" altLang="en-US" sz="1800"/>
        </a:p>
      </dgm:t>
    </dgm:pt>
    <dgm:pt modelId="{EDBF6E17-8F60-41BF-BB7D-1BC66E270593}" type="sibTrans" cxnId="{58BDA058-8AA4-4956-AEF7-3402472C27DC}">
      <dgm:prSet/>
      <dgm:spPr/>
      <dgm:t>
        <a:bodyPr/>
        <a:lstStyle/>
        <a:p>
          <a:endParaRPr lang="zh-CN" altLang="en-US" sz="1800"/>
        </a:p>
      </dgm:t>
    </dgm:pt>
    <dgm:pt modelId="{9CE45038-1D67-42D4-9AA3-6D51B7F8AD30}" type="pres">
      <dgm:prSet presAssocID="{42BF2C23-7CB6-4613-BBA2-19EC6EA97C71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735F2726-9547-41F4-B7F4-986762C4BDDE}" type="pres">
      <dgm:prSet presAssocID="{4B84B798-D4B9-4CBB-A345-1B472E88D945}" presName="posSpace" presStyleCnt="0"/>
      <dgm:spPr/>
    </dgm:pt>
    <dgm:pt modelId="{09A23DCC-92E6-4F23-92C9-D3D3DE2C0DB7}" type="pres">
      <dgm:prSet presAssocID="{4B84B798-D4B9-4CBB-A345-1B472E88D945}" presName="vertFlow" presStyleCnt="0"/>
      <dgm:spPr/>
    </dgm:pt>
    <dgm:pt modelId="{C1F89A39-F18D-40C7-8CD6-446185D50D56}" type="pres">
      <dgm:prSet presAssocID="{4B84B798-D4B9-4CBB-A345-1B472E88D945}" presName="topSpace" presStyleCnt="0"/>
      <dgm:spPr/>
    </dgm:pt>
    <dgm:pt modelId="{2F65A49A-C18E-45F6-BD47-79D039E2DC1F}" type="pres">
      <dgm:prSet presAssocID="{4B84B798-D4B9-4CBB-A345-1B472E88D945}" presName="firstComp" presStyleCnt="0"/>
      <dgm:spPr/>
    </dgm:pt>
    <dgm:pt modelId="{198DF185-DDE0-4F9D-B480-A78081E58AB6}" type="pres">
      <dgm:prSet presAssocID="{4B84B798-D4B9-4CBB-A345-1B472E88D945}" presName="firstChild" presStyleLbl="bgAccFollowNode1" presStyleIdx="0" presStyleCnt="3" custScaleX="119610" custLinFactNeighborY="-83250"/>
      <dgm:spPr/>
      <dgm:t>
        <a:bodyPr/>
        <a:lstStyle/>
        <a:p>
          <a:endParaRPr lang="zh-CN" altLang="en-US"/>
        </a:p>
      </dgm:t>
    </dgm:pt>
    <dgm:pt modelId="{74290228-B2CB-4F76-AAC2-BE500B979B3A}" type="pres">
      <dgm:prSet presAssocID="{4B84B798-D4B9-4CBB-A345-1B472E88D945}" presName="firstChildTx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7C0B4CE-E6B0-4055-AF69-947E0ACFFAA6}" type="pres">
      <dgm:prSet presAssocID="{868E808F-0E5B-497B-8BF3-90508163B75B}" presName="comp" presStyleCnt="0"/>
      <dgm:spPr/>
    </dgm:pt>
    <dgm:pt modelId="{1C26DFAA-2B56-469C-AF87-505839DCF95B}" type="pres">
      <dgm:prSet presAssocID="{868E808F-0E5B-497B-8BF3-90508163B75B}" presName="child" presStyleLbl="bgAccFollowNode1" presStyleIdx="1" presStyleCnt="3" custScaleX="119849" custLinFactNeighborY="-83250"/>
      <dgm:spPr/>
      <dgm:t>
        <a:bodyPr/>
        <a:lstStyle/>
        <a:p>
          <a:endParaRPr lang="zh-CN" altLang="en-US"/>
        </a:p>
      </dgm:t>
    </dgm:pt>
    <dgm:pt modelId="{773162BE-4AAE-411B-BF18-38E22111D396}" type="pres">
      <dgm:prSet presAssocID="{868E808F-0E5B-497B-8BF3-90508163B75B}" presName="childTx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8B9D8F7-24CA-4AEF-BDC5-A05EAABDA268}" type="pres">
      <dgm:prSet presAssocID="{4B84B798-D4B9-4CBB-A345-1B472E88D945}" presName="negSpace" presStyleCnt="0"/>
      <dgm:spPr/>
    </dgm:pt>
    <dgm:pt modelId="{D30D45FD-738D-497C-88D2-E4596682A66C}" type="pres">
      <dgm:prSet presAssocID="{4B84B798-D4B9-4CBB-A345-1B472E88D945}" presName="circle" presStyleLbl="node1" presStyleIdx="0" presStyleCnt="2" custScaleX="122687" custLinFactY="-2299" custLinFactNeighborX="-31848" custLinFactNeighborY="-100000"/>
      <dgm:spPr/>
      <dgm:t>
        <a:bodyPr/>
        <a:lstStyle/>
        <a:p>
          <a:endParaRPr lang="zh-CN" altLang="en-US"/>
        </a:p>
      </dgm:t>
    </dgm:pt>
    <dgm:pt modelId="{20C9C20D-E70C-42CD-B89A-BFAF390B0C52}" type="pres">
      <dgm:prSet presAssocID="{63BF89AD-2307-4C84-BCE8-013CD29F8CFF}" presName="transSpace" presStyleCnt="0"/>
      <dgm:spPr/>
    </dgm:pt>
    <dgm:pt modelId="{A76B89EB-3736-49BF-9597-2CB13012AEF7}" type="pres">
      <dgm:prSet presAssocID="{FEDEC332-9B04-49D4-8D95-C922A0CBBC1E}" presName="posSpace" presStyleCnt="0"/>
      <dgm:spPr/>
    </dgm:pt>
    <dgm:pt modelId="{B5ECC610-BEE4-4B64-8DF3-9508FABD6774}" type="pres">
      <dgm:prSet presAssocID="{FEDEC332-9B04-49D4-8D95-C922A0CBBC1E}" presName="vertFlow" presStyleCnt="0"/>
      <dgm:spPr/>
    </dgm:pt>
    <dgm:pt modelId="{D81C455B-0163-4C30-97FA-53D523B09258}" type="pres">
      <dgm:prSet presAssocID="{FEDEC332-9B04-49D4-8D95-C922A0CBBC1E}" presName="topSpace" presStyleCnt="0"/>
      <dgm:spPr/>
    </dgm:pt>
    <dgm:pt modelId="{C44D9A0A-C453-47A4-917E-2908E1BDB056}" type="pres">
      <dgm:prSet presAssocID="{FEDEC332-9B04-49D4-8D95-C922A0CBBC1E}" presName="firstComp" presStyleCnt="0"/>
      <dgm:spPr/>
    </dgm:pt>
    <dgm:pt modelId="{387E96F0-2A30-41DE-9421-6F42189DE07C}" type="pres">
      <dgm:prSet presAssocID="{FEDEC332-9B04-49D4-8D95-C922A0CBBC1E}" presName="firstChild" presStyleLbl="bgAccFollowNode1" presStyleIdx="2" presStyleCnt="3" custScaleX="112729" custLinFactNeighborY="14800"/>
      <dgm:spPr/>
      <dgm:t>
        <a:bodyPr/>
        <a:lstStyle/>
        <a:p>
          <a:endParaRPr lang="zh-CN" altLang="en-US"/>
        </a:p>
      </dgm:t>
    </dgm:pt>
    <dgm:pt modelId="{AA89FE95-CF0A-457F-B732-4F08FEDA7A0B}" type="pres">
      <dgm:prSet presAssocID="{FEDEC332-9B04-49D4-8D95-C922A0CBBC1E}" presName="firstChildTx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0FF060F-ACCE-46EC-BD63-5B9927D57513}" type="pres">
      <dgm:prSet presAssocID="{FEDEC332-9B04-49D4-8D95-C922A0CBBC1E}" presName="negSpace" presStyleCnt="0"/>
      <dgm:spPr/>
    </dgm:pt>
    <dgm:pt modelId="{6744D8AC-47FD-4B15-9BFF-33D6326E7131}" type="pres">
      <dgm:prSet presAssocID="{FEDEC332-9B04-49D4-8D95-C922A0CBBC1E}" presName="circle" presStyleLbl="node1" presStyleIdx="1" presStyleCnt="2" custScaleX="119674" custScaleY="105093" custLinFactNeighborX="2414" custLinFactNeighborY="-2171"/>
      <dgm:spPr/>
      <dgm:t>
        <a:bodyPr/>
        <a:lstStyle/>
        <a:p>
          <a:endParaRPr lang="zh-CN" altLang="en-US"/>
        </a:p>
      </dgm:t>
    </dgm:pt>
  </dgm:ptLst>
  <dgm:cxnLst>
    <dgm:cxn modelId="{C6C364B4-57B6-40C4-8874-DEB1E4CD012A}" type="presOf" srcId="{E3E44050-F258-469E-B8D6-01A3A1B57440}" destId="{AA89FE95-CF0A-457F-B732-4F08FEDA7A0B}" srcOrd="1" destOrd="0" presId="urn:microsoft.com/office/officeart/2005/8/layout/hList9"/>
    <dgm:cxn modelId="{436A1F67-47AC-434F-8726-60D3FE47166D}" type="presOf" srcId="{13FD6D7B-FF33-4E2D-A0B9-3D5C75ED2D1C}" destId="{198DF185-DDE0-4F9D-B480-A78081E58AB6}" srcOrd="0" destOrd="0" presId="urn:microsoft.com/office/officeart/2005/8/layout/hList9"/>
    <dgm:cxn modelId="{1F4723D2-7F30-4F5B-8ABF-EC5E1575891E}" type="presOf" srcId="{4B84B798-D4B9-4CBB-A345-1B472E88D945}" destId="{D30D45FD-738D-497C-88D2-E4596682A66C}" srcOrd="0" destOrd="0" presId="urn:microsoft.com/office/officeart/2005/8/layout/hList9"/>
    <dgm:cxn modelId="{A881E16F-9793-44AF-992E-FE16A11390C5}" type="presOf" srcId="{E3E44050-F258-469E-B8D6-01A3A1B57440}" destId="{387E96F0-2A30-41DE-9421-6F42189DE07C}" srcOrd="0" destOrd="0" presId="urn:microsoft.com/office/officeart/2005/8/layout/hList9"/>
    <dgm:cxn modelId="{869C6F99-12F8-407D-AC5B-772DF81793C2}" type="presOf" srcId="{13FD6D7B-FF33-4E2D-A0B9-3D5C75ED2D1C}" destId="{74290228-B2CB-4F76-AAC2-BE500B979B3A}" srcOrd="1" destOrd="0" presId="urn:microsoft.com/office/officeart/2005/8/layout/hList9"/>
    <dgm:cxn modelId="{761C2112-B031-4FD0-95AC-C3043676A30E}" srcId="{42BF2C23-7CB6-4613-BBA2-19EC6EA97C71}" destId="{4B84B798-D4B9-4CBB-A345-1B472E88D945}" srcOrd="0" destOrd="0" parTransId="{28DE8200-13B4-4156-9DA4-4A698677610A}" sibTransId="{63BF89AD-2307-4C84-BCE8-013CD29F8CFF}"/>
    <dgm:cxn modelId="{99CE1EE0-B963-4951-B0E0-1C630198A459}" type="presOf" srcId="{868E808F-0E5B-497B-8BF3-90508163B75B}" destId="{773162BE-4AAE-411B-BF18-38E22111D396}" srcOrd="1" destOrd="0" presId="urn:microsoft.com/office/officeart/2005/8/layout/hList9"/>
    <dgm:cxn modelId="{4F086F2C-6637-46C0-A767-DD957ABB0F67}" type="presOf" srcId="{FEDEC332-9B04-49D4-8D95-C922A0CBBC1E}" destId="{6744D8AC-47FD-4B15-9BFF-33D6326E7131}" srcOrd="0" destOrd="0" presId="urn:microsoft.com/office/officeart/2005/8/layout/hList9"/>
    <dgm:cxn modelId="{C1418585-4118-4B0D-BC86-6B41726B7062}" srcId="{42BF2C23-7CB6-4613-BBA2-19EC6EA97C71}" destId="{FEDEC332-9B04-49D4-8D95-C922A0CBBC1E}" srcOrd="1" destOrd="0" parTransId="{436C2DF8-57C8-4CF8-96BA-F3AD3C817DDD}" sibTransId="{C3678D22-3255-4787-B791-867F69A20347}"/>
    <dgm:cxn modelId="{4AADEFF8-BC1F-40C5-820D-BD86BE563838}" srcId="{4B84B798-D4B9-4CBB-A345-1B472E88D945}" destId="{868E808F-0E5B-497B-8BF3-90508163B75B}" srcOrd="1" destOrd="0" parTransId="{BA9468DE-7DDA-4EA5-9EAA-DE5F61610857}" sibTransId="{84602243-89F1-4CEF-8CE7-67DDFDF8430E}"/>
    <dgm:cxn modelId="{FF1F53CF-42BB-43B0-9ADC-D257F5ED83E5}" type="presOf" srcId="{42BF2C23-7CB6-4613-BBA2-19EC6EA97C71}" destId="{9CE45038-1D67-42D4-9AA3-6D51B7F8AD30}" srcOrd="0" destOrd="0" presId="urn:microsoft.com/office/officeart/2005/8/layout/hList9"/>
    <dgm:cxn modelId="{95820863-5ED0-4D55-9FFF-1169F8CD4047}" type="presOf" srcId="{868E808F-0E5B-497B-8BF3-90508163B75B}" destId="{1C26DFAA-2B56-469C-AF87-505839DCF95B}" srcOrd="0" destOrd="0" presId="urn:microsoft.com/office/officeart/2005/8/layout/hList9"/>
    <dgm:cxn modelId="{A31FCFC2-FDD1-44C8-AD03-AF62EF8B39FF}" srcId="{4B84B798-D4B9-4CBB-A345-1B472E88D945}" destId="{13FD6D7B-FF33-4E2D-A0B9-3D5C75ED2D1C}" srcOrd="0" destOrd="0" parTransId="{DC633669-328D-40B2-AE51-BE9944108737}" sibTransId="{4439514D-AF49-42FC-8340-564BC290E8D7}"/>
    <dgm:cxn modelId="{58BDA058-8AA4-4956-AEF7-3402472C27DC}" srcId="{FEDEC332-9B04-49D4-8D95-C922A0CBBC1E}" destId="{E3E44050-F258-469E-B8D6-01A3A1B57440}" srcOrd="0" destOrd="0" parTransId="{D9E580BD-6E2F-4040-A657-15507C263E50}" sibTransId="{EDBF6E17-8F60-41BF-BB7D-1BC66E270593}"/>
    <dgm:cxn modelId="{68F827CB-77F0-4261-A9F3-67578023EB90}" type="presParOf" srcId="{9CE45038-1D67-42D4-9AA3-6D51B7F8AD30}" destId="{735F2726-9547-41F4-B7F4-986762C4BDDE}" srcOrd="0" destOrd="0" presId="urn:microsoft.com/office/officeart/2005/8/layout/hList9"/>
    <dgm:cxn modelId="{72771090-834D-4E2F-8B79-07EF9543086B}" type="presParOf" srcId="{9CE45038-1D67-42D4-9AA3-6D51B7F8AD30}" destId="{09A23DCC-92E6-4F23-92C9-D3D3DE2C0DB7}" srcOrd="1" destOrd="0" presId="urn:microsoft.com/office/officeart/2005/8/layout/hList9"/>
    <dgm:cxn modelId="{BB1D0798-4585-4BF5-9D75-CC3F907C7A49}" type="presParOf" srcId="{09A23DCC-92E6-4F23-92C9-D3D3DE2C0DB7}" destId="{C1F89A39-F18D-40C7-8CD6-446185D50D56}" srcOrd="0" destOrd="0" presId="urn:microsoft.com/office/officeart/2005/8/layout/hList9"/>
    <dgm:cxn modelId="{20E85611-3475-4856-9A42-9E7FAA8DF335}" type="presParOf" srcId="{09A23DCC-92E6-4F23-92C9-D3D3DE2C0DB7}" destId="{2F65A49A-C18E-45F6-BD47-79D039E2DC1F}" srcOrd="1" destOrd="0" presId="urn:microsoft.com/office/officeart/2005/8/layout/hList9"/>
    <dgm:cxn modelId="{59BDCB8F-D826-4411-A1B1-BA72902CCBB2}" type="presParOf" srcId="{2F65A49A-C18E-45F6-BD47-79D039E2DC1F}" destId="{198DF185-DDE0-4F9D-B480-A78081E58AB6}" srcOrd="0" destOrd="0" presId="urn:microsoft.com/office/officeart/2005/8/layout/hList9"/>
    <dgm:cxn modelId="{54060063-DADE-46A1-99C0-5E0A037E77FF}" type="presParOf" srcId="{2F65A49A-C18E-45F6-BD47-79D039E2DC1F}" destId="{74290228-B2CB-4F76-AAC2-BE500B979B3A}" srcOrd="1" destOrd="0" presId="urn:microsoft.com/office/officeart/2005/8/layout/hList9"/>
    <dgm:cxn modelId="{7068DEAA-B855-48A9-A600-AD1800009C60}" type="presParOf" srcId="{09A23DCC-92E6-4F23-92C9-D3D3DE2C0DB7}" destId="{27C0B4CE-E6B0-4055-AF69-947E0ACFFAA6}" srcOrd="2" destOrd="0" presId="urn:microsoft.com/office/officeart/2005/8/layout/hList9"/>
    <dgm:cxn modelId="{21EF270B-E110-45BC-B4B5-787FC78E091F}" type="presParOf" srcId="{27C0B4CE-E6B0-4055-AF69-947E0ACFFAA6}" destId="{1C26DFAA-2B56-469C-AF87-505839DCF95B}" srcOrd="0" destOrd="0" presId="urn:microsoft.com/office/officeart/2005/8/layout/hList9"/>
    <dgm:cxn modelId="{F8A36F0A-7741-4985-AED6-DFACD324124A}" type="presParOf" srcId="{27C0B4CE-E6B0-4055-AF69-947E0ACFFAA6}" destId="{773162BE-4AAE-411B-BF18-38E22111D396}" srcOrd="1" destOrd="0" presId="urn:microsoft.com/office/officeart/2005/8/layout/hList9"/>
    <dgm:cxn modelId="{D3382AE8-C07C-4E6B-99CC-557ED32C100E}" type="presParOf" srcId="{9CE45038-1D67-42D4-9AA3-6D51B7F8AD30}" destId="{C8B9D8F7-24CA-4AEF-BDC5-A05EAABDA268}" srcOrd="2" destOrd="0" presId="urn:microsoft.com/office/officeart/2005/8/layout/hList9"/>
    <dgm:cxn modelId="{582AB713-CB00-4244-933C-7F7E5DE4558C}" type="presParOf" srcId="{9CE45038-1D67-42D4-9AA3-6D51B7F8AD30}" destId="{D30D45FD-738D-497C-88D2-E4596682A66C}" srcOrd="3" destOrd="0" presId="urn:microsoft.com/office/officeart/2005/8/layout/hList9"/>
    <dgm:cxn modelId="{AD39A507-7D14-42D1-B839-7710EACC81AC}" type="presParOf" srcId="{9CE45038-1D67-42D4-9AA3-6D51B7F8AD30}" destId="{20C9C20D-E70C-42CD-B89A-BFAF390B0C52}" srcOrd="4" destOrd="0" presId="urn:microsoft.com/office/officeart/2005/8/layout/hList9"/>
    <dgm:cxn modelId="{94230F65-E794-4B03-9F7A-46A0E21B8DD9}" type="presParOf" srcId="{9CE45038-1D67-42D4-9AA3-6D51B7F8AD30}" destId="{A76B89EB-3736-49BF-9597-2CB13012AEF7}" srcOrd="5" destOrd="0" presId="urn:microsoft.com/office/officeart/2005/8/layout/hList9"/>
    <dgm:cxn modelId="{C1E64E6D-F373-48C4-9009-B2CA17069242}" type="presParOf" srcId="{9CE45038-1D67-42D4-9AA3-6D51B7F8AD30}" destId="{B5ECC610-BEE4-4B64-8DF3-9508FABD6774}" srcOrd="6" destOrd="0" presId="urn:microsoft.com/office/officeart/2005/8/layout/hList9"/>
    <dgm:cxn modelId="{870BDD0A-9974-41AC-AE16-0063AAB125F4}" type="presParOf" srcId="{B5ECC610-BEE4-4B64-8DF3-9508FABD6774}" destId="{D81C455B-0163-4C30-97FA-53D523B09258}" srcOrd="0" destOrd="0" presId="urn:microsoft.com/office/officeart/2005/8/layout/hList9"/>
    <dgm:cxn modelId="{A766DEF7-BDE2-4C7C-86A3-ED260A8F1113}" type="presParOf" srcId="{B5ECC610-BEE4-4B64-8DF3-9508FABD6774}" destId="{C44D9A0A-C453-47A4-917E-2908E1BDB056}" srcOrd="1" destOrd="0" presId="urn:microsoft.com/office/officeart/2005/8/layout/hList9"/>
    <dgm:cxn modelId="{3EA9BCCD-7DBE-4BD2-9070-3BEB58E0E87E}" type="presParOf" srcId="{C44D9A0A-C453-47A4-917E-2908E1BDB056}" destId="{387E96F0-2A30-41DE-9421-6F42189DE07C}" srcOrd="0" destOrd="0" presId="urn:microsoft.com/office/officeart/2005/8/layout/hList9"/>
    <dgm:cxn modelId="{D7B04CB3-6CB0-45CA-9421-A118B19DA28B}" type="presParOf" srcId="{C44D9A0A-C453-47A4-917E-2908E1BDB056}" destId="{AA89FE95-CF0A-457F-B732-4F08FEDA7A0B}" srcOrd="1" destOrd="0" presId="urn:microsoft.com/office/officeart/2005/8/layout/hList9"/>
    <dgm:cxn modelId="{08B0B763-D3CD-408A-8469-76062C489A35}" type="presParOf" srcId="{9CE45038-1D67-42D4-9AA3-6D51B7F8AD30}" destId="{C0FF060F-ACCE-46EC-BD63-5B9927D57513}" srcOrd="7" destOrd="0" presId="urn:microsoft.com/office/officeart/2005/8/layout/hList9"/>
    <dgm:cxn modelId="{9F732C70-A34A-466D-B18D-7218884BE6A1}" type="presParOf" srcId="{9CE45038-1D67-42D4-9AA3-6D51B7F8AD30}" destId="{6744D8AC-47FD-4B15-9BFF-33D6326E7131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D16450-D81A-49EF-B0B8-35151FA20642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84DAEE3B-EF9E-4893-8517-CAFAEB35F60B}">
      <dgm:prSet/>
      <dgm:spPr/>
      <dgm:t>
        <a:bodyPr/>
        <a:lstStyle/>
        <a:p>
          <a:r>
            <a:rPr lang="en-US" altLang="en-US" dirty="0" smtClean="0"/>
            <a:t>1.</a:t>
          </a:r>
          <a:r>
            <a:rPr lang="zh-CN" altLang="en-US" dirty="0" smtClean="0"/>
            <a:t>今年大</a:t>
          </a:r>
          <a:r>
            <a:rPr lang="zh-CN" altLang="en-US" dirty="0" smtClean="0"/>
            <a:t>商持续</a:t>
          </a:r>
          <a:r>
            <a:rPr lang="zh-CN" altLang="en-US" dirty="0" smtClean="0"/>
            <a:t>挖掘</a:t>
          </a:r>
          <a:endParaRPr lang="zh-CN" altLang="en-US" dirty="0"/>
        </a:p>
      </dgm:t>
    </dgm:pt>
    <dgm:pt modelId="{5AFDE227-A8EE-471C-9518-F984FB4A79F6}" type="parTrans" cxnId="{24B60A23-BE69-4574-99D3-6B1D8AC81F2A}">
      <dgm:prSet/>
      <dgm:spPr/>
      <dgm:t>
        <a:bodyPr/>
        <a:lstStyle/>
        <a:p>
          <a:endParaRPr lang="zh-CN" altLang="en-US"/>
        </a:p>
      </dgm:t>
    </dgm:pt>
    <dgm:pt modelId="{B358E5BA-A754-4157-AC03-829014548856}" type="sibTrans" cxnId="{24B60A23-BE69-4574-99D3-6B1D8AC81F2A}">
      <dgm:prSet/>
      <dgm:spPr/>
      <dgm:t>
        <a:bodyPr/>
        <a:lstStyle/>
        <a:p>
          <a:endParaRPr lang="zh-CN" altLang="en-US"/>
        </a:p>
      </dgm:t>
    </dgm:pt>
    <dgm:pt modelId="{27EA305F-CE04-4B63-8BD2-B8196A41CE16}">
      <dgm:prSet/>
      <dgm:spPr/>
      <dgm:t>
        <a:bodyPr/>
        <a:lstStyle/>
        <a:p>
          <a:r>
            <a:rPr lang="en-US" altLang="en-US" dirty="0" smtClean="0"/>
            <a:t>2</a:t>
          </a:r>
          <a:r>
            <a:rPr lang="en-US" altLang="en-US" dirty="0" smtClean="0"/>
            <a:t>.</a:t>
          </a:r>
          <a:r>
            <a:rPr lang="zh-CN" altLang="en-US" dirty="0" smtClean="0"/>
            <a:t>新客户</a:t>
          </a:r>
          <a:r>
            <a:rPr lang="zh-CN" altLang="en-US" dirty="0" smtClean="0"/>
            <a:t>的</a:t>
          </a:r>
          <a:r>
            <a:rPr lang="zh-CN" altLang="en-US" dirty="0" smtClean="0"/>
            <a:t>转化</a:t>
          </a:r>
          <a:endParaRPr lang="zh-CN" altLang="en-US" dirty="0"/>
        </a:p>
      </dgm:t>
    </dgm:pt>
    <dgm:pt modelId="{B218CB07-355E-4825-8EE8-6FEC7D028444}" type="parTrans" cxnId="{FFDEE9B7-5575-4434-8E30-A24EB10F32D2}">
      <dgm:prSet/>
      <dgm:spPr/>
      <dgm:t>
        <a:bodyPr/>
        <a:lstStyle/>
        <a:p>
          <a:endParaRPr lang="zh-CN" altLang="en-US"/>
        </a:p>
      </dgm:t>
    </dgm:pt>
    <dgm:pt modelId="{30F0BCD3-CFAB-4BC5-BB70-7D079C686771}" type="sibTrans" cxnId="{FFDEE9B7-5575-4434-8E30-A24EB10F32D2}">
      <dgm:prSet/>
      <dgm:spPr/>
      <dgm:t>
        <a:bodyPr/>
        <a:lstStyle/>
        <a:p>
          <a:endParaRPr lang="zh-CN" altLang="en-US"/>
        </a:p>
      </dgm:t>
    </dgm:pt>
    <dgm:pt modelId="{88B716EB-617A-417C-A44C-C7C0A951DC7C}">
      <dgm:prSet/>
      <dgm:spPr/>
      <dgm:t>
        <a:bodyPr/>
        <a:lstStyle/>
        <a:p>
          <a:r>
            <a:rPr lang="en-US" altLang="en-US" dirty="0" smtClean="0"/>
            <a:t>3</a:t>
          </a:r>
          <a:r>
            <a:rPr lang="en-US" altLang="en-US" dirty="0" smtClean="0"/>
            <a:t>.</a:t>
          </a:r>
          <a:r>
            <a:rPr lang="zh-CN" altLang="en-US" dirty="0" smtClean="0"/>
            <a:t>汉堡店</a:t>
          </a:r>
          <a:r>
            <a:rPr lang="zh-CN" altLang="en-US" dirty="0" smtClean="0"/>
            <a:t>翻牌（</a:t>
          </a:r>
          <a:r>
            <a:rPr lang="zh-CN" altLang="en-US" dirty="0" smtClean="0"/>
            <a:t>关注竞品营业额</a:t>
          </a:r>
          <a:r>
            <a:rPr lang="zh-CN" altLang="en-US" dirty="0" smtClean="0"/>
            <a:t>低的门店和布点密集区域</a:t>
          </a:r>
          <a:r>
            <a:rPr lang="zh-CN" altLang="en-US" dirty="0" smtClean="0"/>
            <a:t>）</a:t>
          </a:r>
          <a:endParaRPr lang="zh-CN" altLang="en-US" dirty="0"/>
        </a:p>
      </dgm:t>
    </dgm:pt>
    <dgm:pt modelId="{E64D1F56-4EA1-4E6F-847E-0E2C2F7BCD3A}" type="parTrans" cxnId="{F8F91E5A-7B8A-4607-B9A5-1FDA5B320407}">
      <dgm:prSet/>
      <dgm:spPr/>
      <dgm:t>
        <a:bodyPr/>
        <a:lstStyle/>
        <a:p>
          <a:endParaRPr lang="zh-CN" altLang="en-US"/>
        </a:p>
      </dgm:t>
    </dgm:pt>
    <dgm:pt modelId="{9419E3EA-D5D9-46DF-9C10-4A3214F6A4CA}" type="sibTrans" cxnId="{F8F91E5A-7B8A-4607-B9A5-1FDA5B320407}">
      <dgm:prSet/>
      <dgm:spPr/>
      <dgm:t>
        <a:bodyPr/>
        <a:lstStyle/>
        <a:p>
          <a:endParaRPr lang="zh-CN" altLang="en-US"/>
        </a:p>
      </dgm:t>
    </dgm:pt>
    <dgm:pt modelId="{E46C8E9C-593E-4FC3-815D-6FFAC60D6CAD}">
      <dgm:prSet/>
      <dgm:spPr/>
      <dgm:t>
        <a:bodyPr/>
        <a:lstStyle/>
        <a:p>
          <a:r>
            <a:rPr lang="en-US" altLang="en-US" dirty="0" smtClean="0"/>
            <a:t>4.</a:t>
          </a:r>
          <a:r>
            <a:rPr lang="zh-CN" altLang="en-US" dirty="0" smtClean="0"/>
            <a:t>连锁服务行业客户挖掘（餐饮</a:t>
          </a:r>
          <a:r>
            <a:rPr lang="en-US" altLang="zh-CN" dirty="0" smtClean="0"/>
            <a:t>/</a:t>
          </a:r>
          <a:r>
            <a:rPr lang="en-US" altLang="en-US" dirty="0" smtClean="0"/>
            <a:t>KTV/</a:t>
          </a:r>
          <a:r>
            <a:rPr lang="zh-CN" altLang="en-US" dirty="0" smtClean="0"/>
            <a:t>酒店</a:t>
          </a:r>
          <a:r>
            <a:rPr lang="zh-CN" altLang="en-US" dirty="0" smtClean="0"/>
            <a:t>等）</a:t>
          </a:r>
          <a:endParaRPr lang="zh-CN" altLang="en-US" dirty="0"/>
        </a:p>
      </dgm:t>
    </dgm:pt>
    <dgm:pt modelId="{369917D3-5F01-4545-966A-DB9A29124EA5}" type="parTrans" cxnId="{E8FAF1ED-9668-4AE1-A889-C7A35B94736A}">
      <dgm:prSet/>
      <dgm:spPr/>
      <dgm:t>
        <a:bodyPr/>
        <a:lstStyle/>
        <a:p>
          <a:endParaRPr lang="zh-CN" altLang="en-US"/>
        </a:p>
      </dgm:t>
    </dgm:pt>
    <dgm:pt modelId="{2A3C0CEE-791D-4911-8D78-5A4F5160A0C9}" type="sibTrans" cxnId="{E8FAF1ED-9668-4AE1-A889-C7A35B94736A}">
      <dgm:prSet/>
      <dgm:spPr/>
      <dgm:t>
        <a:bodyPr/>
        <a:lstStyle/>
        <a:p>
          <a:endParaRPr lang="zh-CN" altLang="en-US"/>
        </a:p>
      </dgm:t>
    </dgm:pt>
    <dgm:pt modelId="{D7D88B3E-E88C-4482-9AE7-79BC70E0AFB0}">
      <dgm:prSet/>
      <dgm:spPr/>
      <dgm:t>
        <a:bodyPr/>
        <a:lstStyle/>
        <a:p>
          <a:endParaRPr lang="zh-CN" altLang="en-US" dirty="0"/>
        </a:p>
      </dgm:t>
    </dgm:pt>
    <dgm:pt modelId="{72EF77E7-00D9-44F3-8F1B-7AFBEB420657}" type="parTrans" cxnId="{9D508041-541F-44AF-96FD-BB3690E90441}">
      <dgm:prSet/>
      <dgm:spPr/>
      <dgm:t>
        <a:bodyPr/>
        <a:lstStyle/>
        <a:p>
          <a:endParaRPr lang="zh-CN" altLang="en-US"/>
        </a:p>
      </dgm:t>
    </dgm:pt>
    <dgm:pt modelId="{0CE5EC1D-C1C6-41B0-9B1A-BC9A3521D301}" type="sibTrans" cxnId="{9D508041-541F-44AF-96FD-BB3690E90441}">
      <dgm:prSet/>
      <dgm:spPr/>
      <dgm:t>
        <a:bodyPr/>
        <a:lstStyle/>
        <a:p>
          <a:endParaRPr lang="zh-CN" altLang="en-US"/>
        </a:p>
      </dgm:t>
    </dgm:pt>
    <dgm:pt modelId="{33618C34-9044-4470-97B9-04E874BFD268}">
      <dgm:prSet/>
      <dgm:spPr/>
      <dgm:t>
        <a:bodyPr/>
        <a:lstStyle/>
        <a:p>
          <a:endParaRPr lang="zh-CN" altLang="en-US" dirty="0"/>
        </a:p>
      </dgm:t>
    </dgm:pt>
    <dgm:pt modelId="{74677E83-7844-4C80-A56B-2479051CED99}" type="parTrans" cxnId="{28541590-2197-4703-9002-974AC8B1C707}">
      <dgm:prSet/>
      <dgm:spPr/>
      <dgm:t>
        <a:bodyPr/>
        <a:lstStyle/>
        <a:p>
          <a:endParaRPr lang="zh-CN" altLang="en-US"/>
        </a:p>
      </dgm:t>
    </dgm:pt>
    <dgm:pt modelId="{24D2E74D-6187-4909-B05D-B8C00534EDC3}" type="sibTrans" cxnId="{28541590-2197-4703-9002-974AC8B1C707}">
      <dgm:prSet/>
      <dgm:spPr/>
      <dgm:t>
        <a:bodyPr/>
        <a:lstStyle/>
        <a:p>
          <a:endParaRPr lang="zh-CN" altLang="en-US"/>
        </a:p>
      </dgm:t>
    </dgm:pt>
    <dgm:pt modelId="{BE1C4A5C-F52C-4C39-9739-3AB11BBF02D2}" type="pres">
      <dgm:prSet presAssocID="{69D16450-D81A-49EF-B0B8-35151FA2064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7F849D27-E2BA-4986-B633-186FE9A2735C}" type="pres">
      <dgm:prSet presAssocID="{69D16450-D81A-49EF-B0B8-35151FA20642}" presName="Name1" presStyleCnt="0"/>
      <dgm:spPr/>
      <dgm:t>
        <a:bodyPr/>
        <a:lstStyle/>
        <a:p>
          <a:endParaRPr lang="zh-CN" altLang="en-US"/>
        </a:p>
      </dgm:t>
    </dgm:pt>
    <dgm:pt modelId="{60A5509A-847C-4774-AB40-EF57C88A4B9B}" type="pres">
      <dgm:prSet presAssocID="{69D16450-D81A-49EF-B0B8-35151FA20642}" presName="cycle" presStyleCnt="0"/>
      <dgm:spPr/>
      <dgm:t>
        <a:bodyPr/>
        <a:lstStyle/>
        <a:p>
          <a:endParaRPr lang="zh-CN" altLang="en-US"/>
        </a:p>
      </dgm:t>
    </dgm:pt>
    <dgm:pt modelId="{A9A80BE0-AAAD-4E32-914F-2B8B183B7499}" type="pres">
      <dgm:prSet presAssocID="{69D16450-D81A-49EF-B0B8-35151FA20642}" presName="srcNode" presStyleLbl="node1" presStyleIdx="0" presStyleCnt="6"/>
      <dgm:spPr/>
      <dgm:t>
        <a:bodyPr/>
        <a:lstStyle/>
        <a:p>
          <a:endParaRPr lang="zh-CN" altLang="en-US"/>
        </a:p>
      </dgm:t>
    </dgm:pt>
    <dgm:pt modelId="{B7744315-1021-41D8-BF27-AE5CFA09E678}" type="pres">
      <dgm:prSet presAssocID="{69D16450-D81A-49EF-B0B8-35151FA20642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3EFE654D-7210-4B66-9A40-1BCD9A91337A}" type="pres">
      <dgm:prSet presAssocID="{69D16450-D81A-49EF-B0B8-35151FA20642}" presName="extraNode" presStyleLbl="node1" presStyleIdx="0" presStyleCnt="6"/>
      <dgm:spPr/>
      <dgm:t>
        <a:bodyPr/>
        <a:lstStyle/>
        <a:p>
          <a:endParaRPr lang="zh-CN" altLang="en-US"/>
        </a:p>
      </dgm:t>
    </dgm:pt>
    <dgm:pt modelId="{C599B91F-7B52-473E-9E14-2006665C14C8}" type="pres">
      <dgm:prSet presAssocID="{69D16450-D81A-49EF-B0B8-35151FA20642}" presName="dstNode" presStyleLbl="node1" presStyleIdx="0" presStyleCnt="6"/>
      <dgm:spPr/>
      <dgm:t>
        <a:bodyPr/>
        <a:lstStyle/>
        <a:p>
          <a:endParaRPr lang="zh-CN" altLang="en-US"/>
        </a:p>
      </dgm:t>
    </dgm:pt>
    <dgm:pt modelId="{F2733C93-C9DB-4327-9A74-504C423BE0A6}" type="pres">
      <dgm:prSet presAssocID="{84DAEE3B-EF9E-4893-8517-CAFAEB35F60B}" presName="text_1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0E98FD-0ED9-45F0-8B7D-67B4828E9C8E}" type="pres">
      <dgm:prSet presAssocID="{84DAEE3B-EF9E-4893-8517-CAFAEB35F60B}" presName="accent_1" presStyleCnt="0"/>
      <dgm:spPr/>
      <dgm:t>
        <a:bodyPr/>
        <a:lstStyle/>
        <a:p>
          <a:endParaRPr lang="zh-CN" altLang="en-US"/>
        </a:p>
      </dgm:t>
    </dgm:pt>
    <dgm:pt modelId="{D973C98D-38CF-47B5-84C9-66861A5BE00E}" type="pres">
      <dgm:prSet presAssocID="{84DAEE3B-EF9E-4893-8517-CAFAEB35F60B}" presName="accentRepeatNode" presStyleLbl="solidFgAcc1" presStyleIdx="0" presStyleCnt="6"/>
      <dgm:spPr/>
      <dgm:t>
        <a:bodyPr/>
        <a:lstStyle/>
        <a:p>
          <a:endParaRPr lang="zh-CN" altLang="en-US"/>
        </a:p>
      </dgm:t>
    </dgm:pt>
    <dgm:pt modelId="{5B117EA5-D53E-4887-B76E-58F300A2DBEF}" type="pres">
      <dgm:prSet presAssocID="{27EA305F-CE04-4B63-8BD2-B8196A41CE16}" presName="text_2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7A8943E-CB76-444D-B60A-7BDE054976AC}" type="pres">
      <dgm:prSet presAssocID="{27EA305F-CE04-4B63-8BD2-B8196A41CE16}" presName="accent_2" presStyleCnt="0"/>
      <dgm:spPr/>
      <dgm:t>
        <a:bodyPr/>
        <a:lstStyle/>
        <a:p>
          <a:endParaRPr lang="zh-CN" altLang="en-US"/>
        </a:p>
      </dgm:t>
    </dgm:pt>
    <dgm:pt modelId="{A17ABE2C-6412-40D1-9AF1-C5CE1A977739}" type="pres">
      <dgm:prSet presAssocID="{27EA305F-CE04-4B63-8BD2-B8196A41CE16}" presName="accentRepeatNode" presStyleLbl="solidFgAcc1" presStyleIdx="1" presStyleCnt="6"/>
      <dgm:spPr/>
      <dgm:t>
        <a:bodyPr/>
        <a:lstStyle/>
        <a:p>
          <a:endParaRPr lang="zh-CN" altLang="en-US"/>
        </a:p>
      </dgm:t>
    </dgm:pt>
    <dgm:pt modelId="{D85193F7-AD22-4994-AB35-EA24181B73FF}" type="pres">
      <dgm:prSet presAssocID="{88B716EB-617A-417C-A44C-C7C0A951DC7C}" presName="text_3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6563FA-F74F-4FCF-9837-07D6F40D9024}" type="pres">
      <dgm:prSet presAssocID="{88B716EB-617A-417C-A44C-C7C0A951DC7C}" presName="accent_3" presStyleCnt="0"/>
      <dgm:spPr/>
      <dgm:t>
        <a:bodyPr/>
        <a:lstStyle/>
        <a:p>
          <a:endParaRPr lang="zh-CN" altLang="en-US"/>
        </a:p>
      </dgm:t>
    </dgm:pt>
    <dgm:pt modelId="{68EC2BFB-E957-42DE-8BC7-FF521732E781}" type="pres">
      <dgm:prSet presAssocID="{88B716EB-617A-417C-A44C-C7C0A951DC7C}" presName="accentRepeatNode" presStyleLbl="solidFgAcc1" presStyleIdx="2" presStyleCnt="6"/>
      <dgm:spPr/>
      <dgm:t>
        <a:bodyPr/>
        <a:lstStyle/>
        <a:p>
          <a:endParaRPr lang="zh-CN" altLang="en-US"/>
        </a:p>
      </dgm:t>
    </dgm:pt>
    <dgm:pt modelId="{8485338E-22EA-4589-8C23-57ECC1D021F3}" type="pres">
      <dgm:prSet presAssocID="{E46C8E9C-593E-4FC3-815D-6FFAC60D6CAD}" presName="text_4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B2254FC-982B-42D6-B50B-EC76419B196F}" type="pres">
      <dgm:prSet presAssocID="{E46C8E9C-593E-4FC3-815D-6FFAC60D6CAD}" presName="accent_4" presStyleCnt="0"/>
      <dgm:spPr/>
      <dgm:t>
        <a:bodyPr/>
        <a:lstStyle/>
        <a:p>
          <a:endParaRPr lang="zh-CN" altLang="en-US"/>
        </a:p>
      </dgm:t>
    </dgm:pt>
    <dgm:pt modelId="{63350A74-5679-4706-88C9-F5FD5BD60715}" type="pres">
      <dgm:prSet presAssocID="{E46C8E9C-593E-4FC3-815D-6FFAC60D6CAD}" presName="accentRepeatNode" presStyleLbl="solidFgAcc1" presStyleIdx="3" presStyleCnt="6"/>
      <dgm:spPr/>
      <dgm:t>
        <a:bodyPr/>
        <a:lstStyle/>
        <a:p>
          <a:endParaRPr lang="zh-CN" altLang="en-US"/>
        </a:p>
      </dgm:t>
    </dgm:pt>
    <dgm:pt modelId="{C94C75F4-8BDD-4325-A1F5-17A7AE5DD069}" type="pres">
      <dgm:prSet presAssocID="{33618C34-9044-4470-97B9-04E874BFD268}" presName="text_5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8653025-B6DB-40E9-8698-4E22B2CA066E}" type="pres">
      <dgm:prSet presAssocID="{33618C34-9044-4470-97B9-04E874BFD268}" presName="accent_5" presStyleCnt="0"/>
      <dgm:spPr/>
      <dgm:t>
        <a:bodyPr/>
        <a:lstStyle/>
        <a:p>
          <a:endParaRPr lang="zh-CN" altLang="en-US"/>
        </a:p>
      </dgm:t>
    </dgm:pt>
    <dgm:pt modelId="{59C74078-ABBF-4CC7-B2B3-3192AFE9A07D}" type="pres">
      <dgm:prSet presAssocID="{33618C34-9044-4470-97B9-04E874BFD268}" presName="accentRepeatNode" presStyleLbl="solidFgAcc1" presStyleIdx="4" presStyleCnt="6"/>
      <dgm:spPr/>
      <dgm:t>
        <a:bodyPr/>
        <a:lstStyle/>
        <a:p>
          <a:endParaRPr lang="zh-CN" altLang="en-US"/>
        </a:p>
      </dgm:t>
    </dgm:pt>
    <dgm:pt modelId="{EA727007-9329-4A06-8C9F-7570DC630350}" type="pres">
      <dgm:prSet presAssocID="{D7D88B3E-E88C-4482-9AE7-79BC70E0AFB0}" presName="text_6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C876C7D-8D9E-46EF-9309-3BC2CA72EE23}" type="pres">
      <dgm:prSet presAssocID="{D7D88B3E-E88C-4482-9AE7-79BC70E0AFB0}" presName="accent_6" presStyleCnt="0"/>
      <dgm:spPr/>
      <dgm:t>
        <a:bodyPr/>
        <a:lstStyle/>
        <a:p>
          <a:endParaRPr lang="zh-CN" altLang="en-US"/>
        </a:p>
      </dgm:t>
    </dgm:pt>
    <dgm:pt modelId="{EE43622E-30DF-4EBD-B635-2BB795B96ECC}" type="pres">
      <dgm:prSet presAssocID="{D7D88B3E-E88C-4482-9AE7-79BC70E0AFB0}" presName="accentRepeatNode" presStyleLbl="solidFgAcc1" presStyleIdx="5" presStyleCnt="6"/>
      <dgm:spPr/>
      <dgm:t>
        <a:bodyPr/>
        <a:lstStyle/>
        <a:p>
          <a:endParaRPr lang="zh-CN" altLang="en-US"/>
        </a:p>
      </dgm:t>
    </dgm:pt>
  </dgm:ptLst>
  <dgm:cxnLst>
    <dgm:cxn modelId="{178AD0C2-9069-4886-B5E6-DE7B783824A1}" type="presOf" srcId="{27EA305F-CE04-4B63-8BD2-B8196A41CE16}" destId="{5B117EA5-D53E-4887-B76E-58F300A2DBEF}" srcOrd="0" destOrd="0" presId="urn:microsoft.com/office/officeart/2008/layout/VerticalCurvedList"/>
    <dgm:cxn modelId="{9F3E75E1-004B-48B5-AE16-EEBFFBB25913}" type="presOf" srcId="{E46C8E9C-593E-4FC3-815D-6FFAC60D6CAD}" destId="{8485338E-22EA-4589-8C23-57ECC1D021F3}" srcOrd="0" destOrd="0" presId="urn:microsoft.com/office/officeart/2008/layout/VerticalCurvedList"/>
    <dgm:cxn modelId="{24B60A23-BE69-4574-99D3-6B1D8AC81F2A}" srcId="{69D16450-D81A-49EF-B0B8-35151FA20642}" destId="{84DAEE3B-EF9E-4893-8517-CAFAEB35F60B}" srcOrd="0" destOrd="0" parTransId="{5AFDE227-A8EE-471C-9518-F984FB4A79F6}" sibTransId="{B358E5BA-A754-4157-AC03-829014548856}"/>
    <dgm:cxn modelId="{F8F91E5A-7B8A-4607-B9A5-1FDA5B320407}" srcId="{69D16450-D81A-49EF-B0B8-35151FA20642}" destId="{88B716EB-617A-417C-A44C-C7C0A951DC7C}" srcOrd="2" destOrd="0" parTransId="{E64D1F56-4EA1-4E6F-847E-0E2C2F7BCD3A}" sibTransId="{9419E3EA-D5D9-46DF-9C10-4A3214F6A4CA}"/>
    <dgm:cxn modelId="{E8FAF1ED-9668-4AE1-A889-C7A35B94736A}" srcId="{69D16450-D81A-49EF-B0B8-35151FA20642}" destId="{E46C8E9C-593E-4FC3-815D-6FFAC60D6CAD}" srcOrd="3" destOrd="0" parTransId="{369917D3-5F01-4545-966A-DB9A29124EA5}" sibTransId="{2A3C0CEE-791D-4911-8D78-5A4F5160A0C9}"/>
    <dgm:cxn modelId="{D0EE179F-8DFA-41C1-8247-63A61661A3BD}" type="presOf" srcId="{69D16450-D81A-49EF-B0B8-35151FA20642}" destId="{BE1C4A5C-F52C-4C39-9739-3AB11BBF02D2}" srcOrd="0" destOrd="0" presId="urn:microsoft.com/office/officeart/2008/layout/VerticalCurvedList"/>
    <dgm:cxn modelId="{B0374490-95A3-4B32-8E5B-6A960AA29BED}" type="presOf" srcId="{84DAEE3B-EF9E-4893-8517-CAFAEB35F60B}" destId="{F2733C93-C9DB-4327-9A74-504C423BE0A6}" srcOrd="0" destOrd="0" presId="urn:microsoft.com/office/officeart/2008/layout/VerticalCurvedList"/>
    <dgm:cxn modelId="{9D508041-541F-44AF-96FD-BB3690E90441}" srcId="{69D16450-D81A-49EF-B0B8-35151FA20642}" destId="{D7D88B3E-E88C-4482-9AE7-79BC70E0AFB0}" srcOrd="5" destOrd="0" parTransId="{72EF77E7-00D9-44F3-8F1B-7AFBEB420657}" sibTransId="{0CE5EC1D-C1C6-41B0-9B1A-BC9A3521D301}"/>
    <dgm:cxn modelId="{5C7C3AF8-D440-4D0C-B126-DCDE8AEED2EA}" type="presOf" srcId="{33618C34-9044-4470-97B9-04E874BFD268}" destId="{C94C75F4-8BDD-4325-A1F5-17A7AE5DD069}" srcOrd="0" destOrd="0" presId="urn:microsoft.com/office/officeart/2008/layout/VerticalCurvedList"/>
    <dgm:cxn modelId="{FFDEE9B7-5575-4434-8E30-A24EB10F32D2}" srcId="{69D16450-D81A-49EF-B0B8-35151FA20642}" destId="{27EA305F-CE04-4B63-8BD2-B8196A41CE16}" srcOrd="1" destOrd="0" parTransId="{B218CB07-355E-4825-8EE8-6FEC7D028444}" sibTransId="{30F0BCD3-CFAB-4BC5-BB70-7D079C686771}"/>
    <dgm:cxn modelId="{28541590-2197-4703-9002-974AC8B1C707}" srcId="{69D16450-D81A-49EF-B0B8-35151FA20642}" destId="{33618C34-9044-4470-97B9-04E874BFD268}" srcOrd="4" destOrd="0" parTransId="{74677E83-7844-4C80-A56B-2479051CED99}" sibTransId="{24D2E74D-6187-4909-B05D-B8C00534EDC3}"/>
    <dgm:cxn modelId="{56C0FDD7-7044-4D74-B841-1158CD67F98A}" type="presOf" srcId="{B358E5BA-A754-4157-AC03-829014548856}" destId="{B7744315-1021-41D8-BF27-AE5CFA09E678}" srcOrd="0" destOrd="0" presId="urn:microsoft.com/office/officeart/2008/layout/VerticalCurvedList"/>
    <dgm:cxn modelId="{84C28CEC-9456-448B-8CB0-9FAA22833493}" type="presOf" srcId="{D7D88B3E-E88C-4482-9AE7-79BC70E0AFB0}" destId="{EA727007-9329-4A06-8C9F-7570DC630350}" srcOrd="0" destOrd="0" presId="urn:microsoft.com/office/officeart/2008/layout/VerticalCurvedList"/>
    <dgm:cxn modelId="{8EE30AC1-0DDA-44D0-8918-69D27BE0ADC9}" type="presOf" srcId="{88B716EB-617A-417C-A44C-C7C0A951DC7C}" destId="{D85193F7-AD22-4994-AB35-EA24181B73FF}" srcOrd="0" destOrd="0" presId="urn:microsoft.com/office/officeart/2008/layout/VerticalCurvedList"/>
    <dgm:cxn modelId="{3CD2C468-AA30-4684-A459-39C884AEC675}" type="presParOf" srcId="{BE1C4A5C-F52C-4C39-9739-3AB11BBF02D2}" destId="{7F849D27-E2BA-4986-B633-186FE9A2735C}" srcOrd="0" destOrd="0" presId="urn:microsoft.com/office/officeart/2008/layout/VerticalCurvedList"/>
    <dgm:cxn modelId="{B064EC15-6485-445A-983B-FD9ABE4520A6}" type="presParOf" srcId="{7F849D27-E2BA-4986-B633-186FE9A2735C}" destId="{60A5509A-847C-4774-AB40-EF57C88A4B9B}" srcOrd="0" destOrd="0" presId="urn:microsoft.com/office/officeart/2008/layout/VerticalCurvedList"/>
    <dgm:cxn modelId="{659E462C-8B70-461D-AE66-E2377C260617}" type="presParOf" srcId="{60A5509A-847C-4774-AB40-EF57C88A4B9B}" destId="{A9A80BE0-AAAD-4E32-914F-2B8B183B7499}" srcOrd="0" destOrd="0" presId="urn:microsoft.com/office/officeart/2008/layout/VerticalCurvedList"/>
    <dgm:cxn modelId="{1183B490-9218-4E25-AA42-D5DBB3BFEDDC}" type="presParOf" srcId="{60A5509A-847C-4774-AB40-EF57C88A4B9B}" destId="{B7744315-1021-41D8-BF27-AE5CFA09E678}" srcOrd="1" destOrd="0" presId="urn:microsoft.com/office/officeart/2008/layout/VerticalCurvedList"/>
    <dgm:cxn modelId="{A12C7078-781C-47F7-A5A1-1FF912974E18}" type="presParOf" srcId="{60A5509A-847C-4774-AB40-EF57C88A4B9B}" destId="{3EFE654D-7210-4B66-9A40-1BCD9A91337A}" srcOrd="2" destOrd="0" presId="urn:microsoft.com/office/officeart/2008/layout/VerticalCurvedList"/>
    <dgm:cxn modelId="{C5141317-34B8-46EA-9152-CDE9B9D418FB}" type="presParOf" srcId="{60A5509A-847C-4774-AB40-EF57C88A4B9B}" destId="{C599B91F-7B52-473E-9E14-2006665C14C8}" srcOrd="3" destOrd="0" presId="urn:microsoft.com/office/officeart/2008/layout/VerticalCurvedList"/>
    <dgm:cxn modelId="{A4584741-EEF7-4216-AC9D-AAA04B15E469}" type="presParOf" srcId="{7F849D27-E2BA-4986-B633-186FE9A2735C}" destId="{F2733C93-C9DB-4327-9A74-504C423BE0A6}" srcOrd="1" destOrd="0" presId="urn:microsoft.com/office/officeart/2008/layout/VerticalCurvedList"/>
    <dgm:cxn modelId="{D550CC01-28F7-400A-86C4-8348EA2AC092}" type="presParOf" srcId="{7F849D27-E2BA-4986-B633-186FE9A2735C}" destId="{C10E98FD-0ED9-45F0-8B7D-67B4828E9C8E}" srcOrd="2" destOrd="0" presId="urn:microsoft.com/office/officeart/2008/layout/VerticalCurvedList"/>
    <dgm:cxn modelId="{3D84ED57-8A75-4A1D-A76A-F8C91135B74C}" type="presParOf" srcId="{C10E98FD-0ED9-45F0-8B7D-67B4828E9C8E}" destId="{D973C98D-38CF-47B5-84C9-66861A5BE00E}" srcOrd="0" destOrd="0" presId="urn:microsoft.com/office/officeart/2008/layout/VerticalCurvedList"/>
    <dgm:cxn modelId="{EC3E6549-A6D3-42A5-8C16-F0B20C8AEBF3}" type="presParOf" srcId="{7F849D27-E2BA-4986-B633-186FE9A2735C}" destId="{5B117EA5-D53E-4887-B76E-58F300A2DBEF}" srcOrd="3" destOrd="0" presId="urn:microsoft.com/office/officeart/2008/layout/VerticalCurvedList"/>
    <dgm:cxn modelId="{B4721832-877B-48E0-8497-965275D3B07A}" type="presParOf" srcId="{7F849D27-E2BA-4986-B633-186FE9A2735C}" destId="{F7A8943E-CB76-444D-B60A-7BDE054976AC}" srcOrd="4" destOrd="0" presId="urn:microsoft.com/office/officeart/2008/layout/VerticalCurvedList"/>
    <dgm:cxn modelId="{58294815-E270-4AC5-AD01-68AE3DEF155E}" type="presParOf" srcId="{F7A8943E-CB76-444D-B60A-7BDE054976AC}" destId="{A17ABE2C-6412-40D1-9AF1-C5CE1A977739}" srcOrd="0" destOrd="0" presId="urn:microsoft.com/office/officeart/2008/layout/VerticalCurvedList"/>
    <dgm:cxn modelId="{D6C210D8-CBDA-4595-83DD-8CFB40299C7B}" type="presParOf" srcId="{7F849D27-E2BA-4986-B633-186FE9A2735C}" destId="{D85193F7-AD22-4994-AB35-EA24181B73FF}" srcOrd="5" destOrd="0" presId="urn:microsoft.com/office/officeart/2008/layout/VerticalCurvedList"/>
    <dgm:cxn modelId="{28095516-1E54-4725-9F3D-11C745ED4AE7}" type="presParOf" srcId="{7F849D27-E2BA-4986-B633-186FE9A2735C}" destId="{4A6563FA-F74F-4FCF-9837-07D6F40D9024}" srcOrd="6" destOrd="0" presId="urn:microsoft.com/office/officeart/2008/layout/VerticalCurvedList"/>
    <dgm:cxn modelId="{10D23659-2A56-4C4A-B91D-9118DF7A2DD5}" type="presParOf" srcId="{4A6563FA-F74F-4FCF-9837-07D6F40D9024}" destId="{68EC2BFB-E957-42DE-8BC7-FF521732E781}" srcOrd="0" destOrd="0" presId="urn:microsoft.com/office/officeart/2008/layout/VerticalCurvedList"/>
    <dgm:cxn modelId="{F805DFBB-F85F-47DB-8D15-074996B9A6D3}" type="presParOf" srcId="{7F849D27-E2BA-4986-B633-186FE9A2735C}" destId="{8485338E-22EA-4589-8C23-57ECC1D021F3}" srcOrd="7" destOrd="0" presId="urn:microsoft.com/office/officeart/2008/layout/VerticalCurvedList"/>
    <dgm:cxn modelId="{A4B222AD-D2C2-4394-B968-CE1292334A80}" type="presParOf" srcId="{7F849D27-E2BA-4986-B633-186FE9A2735C}" destId="{3B2254FC-982B-42D6-B50B-EC76419B196F}" srcOrd="8" destOrd="0" presId="urn:microsoft.com/office/officeart/2008/layout/VerticalCurvedList"/>
    <dgm:cxn modelId="{07CE9B84-9D48-43FA-ABC8-46EDC815DFE1}" type="presParOf" srcId="{3B2254FC-982B-42D6-B50B-EC76419B196F}" destId="{63350A74-5679-4706-88C9-F5FD5BD60715}" srcOrd="0" destOrd="0" presId="urn:microsoft.com/office/officeart/2008/layout/VerticalCurvedList"/>
    <dgm:cxn modelId="{D6ED5204-01CA-41E9-BD7F-5436240D0184}" type="presParOf" srcId="{7F849D27-E2BA-4986-B633-186FE9A2735C}" destId="{C94C75F4-8BDD-4325-A1F5-17A7AE5DD069}" srcOrd="9" destOrd="0" presId="urn:microsoft.com/office/officeart/2008/layout/VerticalCurvedList"/>
    <dgm:cxn modelId="{D780B3F9-8FEF-49E5-BDE6-9B098D2CA27F}" type="presParOf" srcId="{7F849D27-E2BA-4986-B633-186FE9A2735C}" destId="{A8653025-B6DB-40E9-8698-4E22B2CA066E}" srcOrd="10" destOrd="0" presId="urn:microsoft.com/office/officeart/2008/layout/VerticalCurvedList"/>
    <dgm:cxn modelId="{F3284613-174F-48D3-9398-4B07BB68362D}" type="presParOf" srcId="{A8653025-B6DB-40E9-8698-4E22B2CA066E}" destId="{59C74078-ABBF-4CC7-B2B3-3192AFE9A07D}" srcOrd="0" destOrd="0" presId="urn:microsoft.com/office/officeart/2008/layout/VerticalCurvedList"/>
    <dgm:cxn modelId="{50A0DDF0-ECE9-46F5-A309-1281CA21F7B0}" type="presParOf" srcId="{7F849D27-E2BA-4986-B633-186FE9A2735C}" destId="{EA727007-9329-4A06-8C9F-7570DC630350}" srcOrd="11" destOrd="0" presId="urn:microsoft.com/office/officeart/2008/layout/VerticalCurvedList"/>
    <dgm:cxn modelId="{B8D54331-DAF4-49D8-8CD3-E25C88659C97}" type="presParOf" srcId="{7F849D27-E2BA-4986-B633-186FE9A2735C}" destId="{8C876C7D-8D9E-46EF-9309-3BC2CA72EE23}" srcOrd="12" destOrd="0" presId="urn:microsoft.com/office/officeart/2008/layout/VerticalCurvedList"/>
    <dgm:cxn modelId="{29C0D13B-B6C1-41F1-9696-522FEB33974F}" type="presParOf" srcId="{8C876C7D-8D9E-46EF-9309-3BC2CA72EE23}" destId="{EE43622E-30DF-4EBD-B635-2BB795B96EC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38F5CB-0BA4-4A6D-B049-C860E4BB488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F9420CF-CD5A-4D88-926D-BDF87AED698C}">
      <dgm:prSet phldrT="[文本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endParaRPr lang="en-US" altLang="zh-CN" sz="1200" b="1" dirty="0" smtClean="0">
            <a:latin typeface="+mn-ea"/>
          </a:endParaRPr>
        </a:p>
        <a:p>
          <a:r>
            <a:rPr lang="zh-CN" altLang="en-US" sz="1200" b="1" dirty="0" smtClean="0">
              <a:latin typeface="+mn-ea"/>
            </a:rPr>
            <a:t>江苏省南通</a:t>
          </a:r>
          <a:r>
            <a:rPr lang="zh-CN" altLang="en-US" sz="1200" b="1" dirty="0" smtClean="0">
              <a:latin typeface="+mn-ea"/>
            </a:rPr>
            <a:t>市</a:t>
          </a:r>
          <a:endParaRPr lang="zh-CN" altLang="en-US" sz="1200" dirty="0"/>
        </a:p>
      </dgm:t>
    </dgm:pt>
    <dgm:pt modelId="{88C47800-7473-4BDD-A1B0-4ABAC3EE5FD6}" type="par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81E4716A-C05C-4372-B46C-6FDED27BBE15}" type="sib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9C91580A-6B70-4B31-BC05-D92B1C66206E}">
      <dgm:prSet phldrT="[文本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 smtClean="0">
              <a:latin typeface="+mn-ea"/>
            </a:rPr>
            <a:t>南通</a:t>
          </a:r>
          <a:r>
            <a:rPr lang="zh-CN" altLang="en-US" sz="1200" b="1" dirty="0" smtClean="0">
              <a:latin typeface="+mn-ea"/>
            </a:rPr>
            <a:t>美沁酒店 </a:t>
          </a:r>
          <a:endParaRPr lang="zh-CN" altLang="en-US" sz="1200" dirty="0"/>
        </a:p>
      </dgm:t>
    </dgm:pt>
    <dgm:pt modelId="{74025C58-87A0-49F1-81C7-FFD7823F16AF}" type="par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AD50F208-F4CF-4AB3-9BD4-A15C7AD9C835}" type="sib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13E75567-8FD4-43E9-885B-C251E845B08E}">
      <dgm:prSet phldrT="[文本]"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zh-CN" altLang="en-US" sz="1200" b="1" dirty="0" smtClean="0">
              <a:latin typeface="+mn-ea"/>
            </a:rPr>
            <a:t>南通</a:t>
          </a:r>
          <a:r>
            <a:rPr lang="zh-CN" altLang="en-US" sz="1200" b="1" dirty="0" smtClean="0">
              <a:latin typeface="+mn-ea"/>
            </a:rPr>
            <a:t>星</a:t>
          </a:r>
          <a:r>
            <a:rPr lang="zh-CN" altLang="en-US" sz="1200" b="1" dirty="0" smtClean="0">
              <a:latin typeface="+mn-ea"/>
            </a:rPr>
            <a:t>派</a:t>
          </a:r>
          <a:endParaRPr lang="zh-CN" altLang="en-US" sz="1200" dirty="0"/>
        </a:p>
      </dgm:t>
    </dgm:pt>
    <dgm:pt modelId="{2EED0DF2-E637-4973-9328-996BE15D5D90}" type="parTrans" cxnId="{5FC55E26-FB89-4CB9-BA94-716559BA7B8C}">
      <dgm:prSet/>
      <dgm:spPr/>
      <dgm:t>
        <a:bodyPr/>
        <a:lstStyle/>
        <a:p>
          <a:endParaRPr lang="zh-CN" altLang="en-US" sz="1600"/>
        </a:p>
      </dgm:t>
    </dgm:pt>
    <dgm:pt modelId="{8C0EC061-B7D3-49BE-A118-37549FABA0ED}" type="sibTrans" cxnId="{5FC55E26-FB89-4CB9-BA94-716559BA7B8C}">
      <dgm:prSet/>
      <dgm:spPr/>
      <dgm:t>
        <a:bodyPr/>
        <a:lstStyle/>
        <a:p>
          <a:endParaRPr lang="zh-CN" altLang="en-US" sz="1600"/>
        </a:p>
      </dgm:t>
    </dgm:pt>
    <dgm:pt modelId="{5DC36169-5181-4C10-8517-47529FF5C12F}" type="pres">
      <dgm:prSet presAssocID="{F738F5CB-0BA4-4A6D-B049-C860E4BB488E}" presName="Name0" presStyleCnt="0">
        <dgm:presLayoutVars>
          <dgm:dir/>
          <dgm:animLvl val="lvl"/>
          <dgm:resizeHandles val="exact"/>
        </dgm:presLayoutVars>
      </dgm:prSet>
      <dgm:spPr/>
    </dgm:pt>
    <dgm:pt modelId="{2D23A9A1-7A8C-427C-B33C-E9493A4963FA}" type="pres">
      <dgm:prSet presAssocID="{BF9420CF-CD5A-4D88-926D-BDF87AED698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6EFDD20-DD68-4DC8-9BA8-AB30D4999A38}" type="pres">
      <dgm:prSet presAssocID="{81E4716A-C05C-4372-B46C-6FDED27BBE15}" presName="parTxOnlySpace" presStyleCnt="0"/>
      <dgm:spPr/>
    </dgm:pt>
    <dgm:pt modelId="{7502FDF6-D1B2-4936-879E-C5754997C4BE}" type="pres">
      <dgm:prSet presAssocID="{9C91580A-6B70-4B31-BC05-D92B1C66206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145FB6E-BF6C-44C9-A9D2-1FD8EE59D4E0}" type="pres">
      <dgm:prSet presAssocID="{AD50F208-F4CF-4AB3-9BD4-A15C7AD9C835}" presName="parTxOnlySpace" presStyleCnt="0"/>
      <dgm:spPr/>
    </dgm:pt>
    <dgm:pt modelId="{B305D794-9244-4E1E-BA88-10131BF461D3}" type="pres">
      <dgm:prSet presAssocID="{13E75567-8FD4-43E9-885B-C251E845B08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D48F766-D896-40F0-93D6-0E3A02F3C0EC}" type="presOf" srcId="{BF9420CF-CD5A-4D88-926D-BDF87AED698C}" destId="{2D23A9A1-7A8C-427C-B33C-E9493A4963FA}" srcOrd="0" destOrd="0" presId="urn:microsoft.com/office/officeart/2005/8/layout/chevron1"/>
    <dgm:cxn modelId="{982355CC-85CF-4F59-B9D8-D10FC79E38CE}" srcId="{F738F5CB-0BA4-4A6D-B049-C860E4BB488E}" destId="{9C91580A-6B70-4B31-BC05-D92B1C66206E}" srcOrd="1" destOrd="0" parTransId="{74025C58-87A0-49F1-81C7-FFD7823F16AF}" sibTransId="{AD50F208-F4CF-4AB3-9BD4-A15C7AD9C835}"/>
    <dgm:cxn modelId="{5FC55E26-FB89-4CB9-BA94-716559BA7B8C}" srcId="{F738F5CB-0BA4-4A6D-B049-C860E4BB488E}" destId="{13E75567-8FD4-43E9-885B-C251E845B08E}" srcOrd="2" destOrd="0" parTransId="{2EED0DF2-E637-4973-9328-996BE15D5D90}" sibTransId="{8C0EC061-B7D3-49BE-A118-37549FABA0ED}"/>
    <dgm:cxn modelId="{7D103BA6-1753-4D0E-B34C-B8F75ED09FD5}" type="presOf" srcId="{9C91580A-6B70-4B31-BC05-D92B1C66206E}" destId="{7502FDF6-D1B2-4936-879E-C5754997C4BE}" srcOrd="0" destOrd="0" presId="urn:microsoft.com/office/officeart/2005/8/layout/chevron1"/>
    <dgm:cxn modelId="{8D43CDE7-6856-48AC-8957-17AAD427EA04}" type="presOf" srcId="{F738F5CB-0BA4-4A6D-B049-C860E4BB488E}" destId="{5DC36169-5181-4C10-8517-47529FF5C12F}" srcOrd="0" destOrd="0" presId="urn:microsoft.com/office/officeart/2005/8/layout/chevron1"/>
    <dgm:cxn modelId="{153BF100-14C1-4951-84D3-BEC6E83C4C6B}" type="presOf" srcId="{13E75567-8FD4-43E9-885B-C251E845B08E}" destId="{B305D794-9244-4E1E-BA88-10131BF461D3}" srcOrd="0" destOrd="0" presId="urn:microsoft.com/office/officeart/2005/8/layout/chevron1"/>
    <dgm:cxn modelId="{02ACC00C-789B-4ACA-B467-DC895F7A1B7B}" srcId="{F738F5CB-0BA4-4A6D-B049-C860E4BB488E}" destId="{BF9420CF-CD5A-4D88-926D-BDF87AED698C}" srcOrd="0" destOrd="0" parTransId="{88C47800-7473-4BDD-A1B0-4ABAC3EE5FD6}" sibTransId="{81E4716A-C05C-4372-B46C-6FDED27BBE15}"/>
    <dgm:cxn modelId="{12431D06-1985-4CA0-909F-32855EBE4947}" type="presParOf" srcId="{5DC36169-5181-4C10-8517-47529FF5C12F}" destId="{2D23A9A1-7A8C-427C-B33C-E9493A4963FA}" srcOrd="0" destOrd="0" presId="urn:microsoft.com/office/officeart/2005/8/layout/chevron1"/>
    <dgm:cxn modelId="{B6622394-3C2E-4496-9E2B-1E2A3175866E}" type="presParOf" srcId="{5DC36169-5181-4C10-8517-47529FF5C12F}" destId="{36EFDD20-DD68-4DC8-9BA8-AB30D4999A38}" srcOrd="1" destOrd="0" presId="urn:microsoft.com/office/officeart/2005/8/layout/chevron1"/>
    <dgm:cxn modelId="{D7DDCC18-3A38-4B3C-B83C-B941E3D1629A}" type="presParOf" srcId="{5DC36169-5181-4C10-8517-47529FF5C12F}" destId="{7502FDF6-D1B2-4936-879E-C5754997C4BE}" srcOrd="2" destOrd="0" presId="urn:microsoft.com/office/officeart/2005/8/layout/chevron1"/>
    <dgm:cxn modelId="{A3BF93D0-88A5-47B3-B475-2B16413D28BB}" type="presParOf" srcId="{5DC36169-5181-4C10-8517-47529FF5C12F}" destId="{0145FB6E-BF6C-44C9-A9D2-1FD8EE59D4E0}" srcOrd="3" destOrd="0" presId="urn:microsoft.com/office/officeart/2005/8/layout/chevron1"/>
    <dgm:cxn modelId="{E3F57563-C030-423D-A4DA-84401AB5264B}" type="presParOf" srcId="{5DC36169-5181-4C10-8517-47529FF5C12F}" destId="{B305D794-9244-4E1E-BA88-10131BF461D3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38F5CB-0BA4-4A6D-B049-C860E4BB488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F9420CF-CD5A-4D88-926D-BDF87AED698C}">
      <dgm:prSet phldrT="[文本]" custT="1"/>
      <dgm:spPr>
        <a:solidFill>
          <a:srgbClr val="F6CF98"/>
        </a:solidFill>
        <a:ln>
          <a:noFill/>
        </a:ln>
      </dgm:spPr>
      <dgm:t>
        <a:bodyPr/>
        <a:lstStyle/>
        <a:p>
          <a:endParaRPr lang="en-US" altLang="zh-CN" sz="1200" b="1" dirty="0" smtClean="0">
            <a:latin typeface="+mn-ea"/>
          </a:endParaRPr>
        </a:p>
        <a:p>
          <a:r>
            <a:rPr lang="zh-CN" altLang="en-US" sz="1200" b="1" dirty="0" smtClean="0">
              <a:latin typeface="+mn-ea"/>
            </a:rPr>
            <a:t>江苏</a:t>
          </a:r>
          <a:r>
            <a:rPr lang="zh-CN" altLang="zh-CN" sz="1200" b="1" dirty="0" smtClean="0">
              <a:latin typeface="+mn-ea"/>
            </a:rPr>
            <a:t>句</a:t>
          </a:r>
          <a:r>
            <a:rPr lang="zh-CN" altLang="zh-CN" sz="1200" b="1" dirty="0" smtClean="0">
              <a:latin typeface="+mn-ea"/>
            </a:rPr>
            <a:t>容</a:t>
          </a:r>
          <a:endParaRPr lang="zh-CN" altLang="en-US" sz="1200" dirty="0"/>
        </a:p>
      </dgm:t>
    </dgm:pt>
    <dgm:pt modelId="{88C47800-7473-4BDD-A1B0-4ABAC3EE5FD6}" type="par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81E4716A-C05C-4372-B46C-6FDED27BBE15}" type="sib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9C91580A-6B70-4B31-BC05-D92B1C66206E}">
      <dgm:prSet phldrT="[文本]" custT="1"/>
      <dgm:spPr>
        <a:solidFill>
          <a:srgbClr val="F6CF98"/>
        </a:solidFill>
      </dgm:spPr>
      <dgm:t>
        <a:bodyPr/>
        <a:lstStyle/>
        <a:p>
          <a:endParaRPr lang="en-US" altLang="zh-CN" sz="1200" b="1" dirty="0" smtClean="0">
            <a:latin typeface="+mn-ea"/>
          </a:endParaRPr>
        </a:p>
        <a:p>
          <a:r>
            <a:rPr lang="zh-CN" altLang="zh-CN" sz="1200" b="1" dirty="0" smtClean="0">
              <a:latin typeface="+mn-ea"/>
            </a:rPr>
            <a:t>常州碧</a:t>
          </a:r>
          <a:r>
            <a:rPr lang="zh-CN" altLang="zh-CN" sz="1200" b="1" dirty="0" smtClean="0">
              <a:latin typeface="+mn-ea"/>
            </a:rPr>
            <a:t>湖</a:t>
          </a:r>
          <a:endParaRPr lang="zh-CN" altLang="en-US" sz="1200" dirty="0"/>
        </a:p>
      </dgm:t>
    </dgm:pt>
    <dgm:pt modelId="{74025C58-87A0-49F1-81C7-FFD7823F16AF}" type="par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AD50F208-F4CF-4AB3-9BD4-A15C7AD9C835}" type="sib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5DC36169-5181-4C10-8517-47529FF5C12F}" type="pres">
      <dgm:prSet presAssocID="{F738F5CB-0BA4-4A6D-B049-C860E4BB488E}" presName="Name0" presStyleCnt="0">
        <dgm:presLayoutVars>
          <dgm:dir/>
          <dgm:animLvl val="lvl"/>
          <dgm:resizeHandles val="exact"/>
        </dgm:presLayoutVars>
      </dgm:prSet>
      <dgm:spPr/>
    </dgm:pt>
    <dgm:pt modelId="{2D23A9A1-7A8C-427C-B33C-E9493A4963FA}" type="pres">
      <dgm:prSet presAssocID="{BF9420CF-CD5A-4D88-926D-BDF87AED698C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6EFDD20-DD68-4DC8-9BA8-AB30D4999A38}" type="pres">
      <dgm:prSet presAssocID="{81E4716A-C05C-4372-B46C-6FDED27BBE15}" presName="parTxOnlySpace" presStyleCnt="0"/>
      <dgm:spPr/>
    </dgm:pt>
    <dgm:pt modelId="{7502FDF6-D1B2-4936-879E-C5754997C4BE}" type="pres">
      <dgm:prSet presAssocID="{9C91580A-6B70-4B31-BC05-D92B1C66206E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82355CC-85CF-4F59-B9D8-D10FC79E38CE}" srcId="{F738F5CB-0BA4-4A6D-B049-C860E4BB488E}" destId="{9C91580A-6B70-4B31-BC05-D92B1C66206E}" srcOrd="1" destOrd="0" parTransId="{74025C58-87A0-49F1-81C7-FFD7823F16AF}" sibTransId="{AD50F208-F4CF-4AB3-9BD4-A15C7AD9C835}"/>
    <dgm:cxn modelId="{F364CE96-4555-4122-938B-70F2BB94E112}" type="presOf" srcId="{F738F5CB-0BA4-4A6D-B049-C860E4BB488E}" destId="{5DC36169-5181-4C10-8517-47529FF5C12F}" srcOrd="0" destOrd="0" presId="urn:microsoft.com/office/officeart/2005/8/layout/chevron1"/>
    <dgm:cxn modelId="{C288DA17-EEC5-4750-AC3B-75F69E89C230}" type="presOf" srcId="{BF9420CF-CD5A-4D88-926D-BDF87AED698C}" destId="{2D23A9A1-7A8C-427C-B33C-E9493A4963FA}" srcOrd="0" destOrd="0" presId="urn:microsoft.com/office/officeart/2005/8/layout/chevron1"/>
    <dgm:cxn modelId="{999355EF-B3D0-402A-B99A-9F75527161FB}" type="presOf" srcId="{9C91580A-6B70-4B31-BC05-D92B1C66206E}" destId="{7502FDF6-D1B2-4936-879E-C5754997C4BE}" srcOrd="0" destOrd="0" presId="urn:microsoft.com/office/officeart/2005/8/layout/chevron1"/>
    <dgm:cxn modelId="{02ACC00C-789B-4ACA-B467-DC895F7A1B7B}" srcId="{F738F5CB-0BA4-4A6D-B049-C860E4BB488E}" destId="{BF9420CF-CD5A-4D88-926D-BDF87AED698C}" srcOrd="0" destOrd="0" parTransId="{88C47800-7473-4BDD-A1B0-4ABAC3EE5FD6}" sibTransId="{81E4716A-C05C-4372-B46C-6FDED27BBE15}"/>
    <dgm:cxn modelId="{6C61A8BD-F626-44C1-9727-DE9081B4998D}" type="presParOf" srcId="{5DC36169-5181-4C10-8517-47529FF5C12F}" destId="{2D23A9A1-7A8C-427C-B33C-E9493A4963FA}" srcOrd="0" destOrd="0" presId="urn:microsoft.com/office/officeart/2005/8/layout/chevron1"/>
    <dgm:cxn modelId="{C00C447F-659D-4445-859A-4B3C37556895}" type="presParOf" srcId="{5DC36169-5181-4C10-8517-47529FF5C12F}" destId="{36EFDD20-DD68-4DC8-9BA8-AB30D4999A38}" srcOrd="1" destOrd="0" presId="urn:microsoft.com/office/officeart/2005/8/layout/chevron1"/>
    <dgm:cxn modelId="{E347B4E4-9B88-4BF1-B63E-B7806635E298}" type="presParOf" srcId="{5DC36169-5181-4C10-8517-47529FF5C12F}" destId="{7502FDF6-D1B2-4936-879E-C5754997C4BE}" srcOrd="2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38F5CB-0BA4-4A6D-B049-C860E4BB488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F9420CF-CD5A-4D88-926D-BDF87AED698C}">
      <dgm:prSet phldrT="[文本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 altLang="zh-CN" sz="1200" b="1" dirty="0" smtClean="0">
            <a:latin typeface="+mn-ea"/>
          </a:endParaRPr>
        </a:p>
        <a:p>
          <a:r>
            <a:rPr lang="zh-CN" altLang="en-US" sz="1200" b="1" dirty="0" smtClean="0">
              <a:latin typeface="+mn-ea"/>
            </a:rPr>
            <a:t>上海</a:t>
          </a:r>
          <a:r>
            <a:rPr lang="zh-CN" altLang="en-US" sz="1200" b="1" dirty="0" smtClean="0">
              <a:latin typeface="+mn-ea"/>
            </a:rPr>
            <a:t>金山</a:t>
          </a:r>
          <a:endParaRPr lang="zh-CN" altLang="en-US" sz="1200" dirty="0"/>
        </a:p>
      </dgm:t>
    </dgm:pt>
    <dgm:pt modelId="{88C47800-7473-4BDD-A1B0-4ABAC3EE5FD6}" type="par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81E4716A-C05C-4372-B46C-6FDED27BBE15}" type="sibTrans" cxnId="{02ACC00C-789B-4ACA-B467-DC895F7A1B7B}">
      <dgm:prSet/>
      <dgm:spPr/>
      <dgm:t>
        <a:bodyPr/>
        <a:lstStyle/>
        <a:p>
          <a:endParaRPr lang="zh-CN" altLang="en-US" sz="1600"/>
        </a:p>
      </dgm:t>
    </dgm:pt>
    <dgm:pt modelId="{9C91580A-6B70-4B31-BC05-D92B1C66206E}">
      <dgm:prSet phldrT="[文本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endParaRPr lang="en-US" altLang="zh-CN" sz="1200" b="1" dirty="0" smtClean="0">
            <a:latin typeface="+mn-ea"/>
          </a:endParaRPr>
        </a:p>
        <a:p>
          <a:r>
            <a:rPr lang="zh-CN" altLang="en-US" sz="1200" b="1" dirty="0" smtClean="0">
              <a:latin typeface="+mn-ea"/>
            </a:rPr>
            <a:t>上海临港</a:t>
          </a:r>
          <a:endParaRPr lang="zh-CN" altLang="en-US" sz="1200" dirty="0"/>
        </a:p>
      </dgm:t>
    </dgm:pt>
    <dgm:pt modelId="{74025C58-87A0-49F1-81C7-FFD7823F16AF}" type="par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AD50F208-F4CF-4AB3-9BD4-A15C7AD9C835}" type="sibTrans" cxnId="{982355CC-85CF-4F59-B9D8-D10FC79E38CE}">
      <dgm:prSet/>
      <dgm:spPr/>
      <dgm:t>
        <a:bodyPr/>
        <a:lstStyle/>
        <a:p>
          <a:endParaRPr lang="zh-CN" altLang="en-US" sz="1600"/>
        </a:p>
      </dgm:t>
    </dgm:pt>
    <dgm:pt modelId="{5DC36169-5181-4C10-8517-47529FF5C12F}" type="pres">
      <dgm:prSet presAssocID="{F738F5CB-0BA4-4A6D-B049-C860E4BB488E}" presName="Name0" presStyleCnt="0">
        <dgm:presLayoutVars>
          <dgm:dir/>
          <dgm:animLvl val="lvl"/>
          <dgm:resizeHandles val="exact"/>
        </dgm:presLayoutVars>
      </dgm:prSet>
      <dgm:spPr/>
    </dgm:pt>
    <dgm:pt modelId="{2D23A9A1-7A8C-427C-B33C-E9493A4963FA}" type="pres">
      <dgm:prSet presAssocID="{BF9420CF-CD5A-4D88-926D-BDF87AED698C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6EFDD20-DD68-4DC8-9BA8-AB30D4999A38}" type="pres">
      <dgm:prSet presAssocID="{81E4716A-C05C-4372-B46C-6FDED27BBE15}" presName="parTxOnlySpace" presStyleCnt="0"/>
      <dgm:spPr/>
    </dgm:pt>
    <dgm:pt modelId="{7502FDF6-D1B2-4936-879E-C5754997C4BE}" type="pres">
      <dgm:prSet presAssocID="{9C91580A-6B70-4B31-BC05-D92B1C66206E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48D62D4-B17A-42B8-B697-B9069508009C}" type="presOf" srcId="{BF9420CF-CD5A-4D88-926D-BDF87AED698C}" destId="{2D23A9A1-7A8C-427C-B33C-E9493A4963FA}" srcOrd="0" destOrd="0" presId="urn:microsoft.com/office/officeart/2005/8/layout/chevron1"/>
    <dgm:cxn modelId="{982355CC-85CF-4F59-B9D8-D10FC79E38CE}" srcId="{F738F5CB-0BA4-4A6D-B049-C860E4BB488E}" destId="{9C91580A-6B70-4B31-BC05-D92B1C66206E}" srcOrd="1" destOrd="0" parTransId="{74025C58-87A0-49F1-81C7-FFD7823F16AF}" sibTransId="{AD50F208-F4CF-4AB3-9BD4-A15C7AD9C835}"/>
    <dgm:cxn modelId="{CABF8856-8E98-4AF4-BA62-67E1995EC9F8}" type="presOf" srcId="{F738F5CB-0BA4-4A6D-B049-C860E4BB488E}" destId="{5DC36169-5181-4C10-8517-47529FF5C12F}" srcOrd="0" destOrd="0" presId="urn:microsoft.com/office/officeart/2005/8/layout/chevron1"/>
    <dgm:cxn modelId="{A9CF7C27-55FC-4E1E-BD46-DF5223203345}" type="presOf" srcId="{9C91580A-6B70-4B31-BC05-D92B1C66206E}" destId="{7502FDF6-D1B2-4936-879E-C5754997C4BE}" srcOrd="0" destOrd="0" presId="urn:microsoft.com/office/officeart/2005/8/layout/chevron1"/>
    <dgm:cxn modelId="{02ACC00C-789B-4ACA-B467-DC895F7A1B7B}" srcId="{F738F5CB-0BA4-4A6D-B049-C860E4BB488E}" destId="{BF9420CF-CD5A-4D88-926D-BDF87AED698C}" srcOrd="0" destOrd="0" parTransId="{88C47800-7473-4BDD-A1B0-4ABAC3EE5FD6}" sibTransId="{81E4716A-C05C-4372-B46C-6FDED27BBE15}"/>
    <dgm:cxn modelId="{0D7794AD-3AEB-4F1F-9BB7-442373DF3E40}" type="presParOf" srcId="{5DC36169-5181-4C10-8517-47529FF5C12F}" destId="{2D23A9A1-7A8C-427C-B33C-E9493A4963FA}" srcOrd="0" destOrd="0" presId="urn:microsoft.com/office/officeart/2005/8/layout/chevron1"/>
    <dgm:cxn modelId="{79263284-BE29-4CD3-A92C-93572023B14D}" type="presParOf" srcId="{5DC36169-5181-4C10-8517-47529FF5C12F}" destId="{36EFDD20-DD68-4DC8-9BA8-AB30D4999A38}" srcOrd="1" destOrd="0" presId="urn:microsoft.com/office/officeart/2005/8/layout/chevron1"/>
    <dgm:cxn modelId="{06B41238-044F-492B-A486-8A2965AD57CC}" type="presParOf" srcId="{5DC36169-5181-4C10-8517-47529FF5C12F}" destId="{7502FDF6-D1B2-4936-879E-C5754997C4BE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DF185-DDE0-4F9D-B480-A78081E58AB6}">
      <dsp:nvSpPr>
        <dsp:cNvPr id="0" name=""/>
        <dsp:cNvSpPr/>
      </dsp:nvSpPr>
      <dsp:spPr>
        <a:xfrm>
          <a:off x="275279" y="578666"/>
          <a:ext cx="1141718" cy="5312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50" kern="1200" dirty="0" smtClean="0"/>
            <a:t>老商</a:t>
          </a:r>
          <a:r>
            <a:rPr lang="en-US" altLang="zh-CN" sz="1050" kern="1200" dirty="0" smtClean="0"/>
            <a:t>-2</a:t>
          </a:r>
          <a:r>
            <a:rPr lang="zh-CN" altLang="en-US" sz="1050" kern="1200" dirty="0" smtClean="0"/>
            <a:t>家店</a:t>
          </a:r>
          <a:endParaRPr lang="zh-CN" altLang="en-US" sz="1050" kern="1200" dirty="0"/>
        </a:p>
      </dsp:txBody>
      <dsp:txXfrm>
        <a:off x="457954" y="578666"/>
        <a:ext cx="959043" cy="531230"/>
      </dsp:txXfrm>
    </dsp:sp>
    <dsp:sp modelId="{1C26DFAA-2B56-469C-AF87-505839DCF95B}">
      <dsp:nvSpPr>
        <dsp:cNvPr id="0" name=""/>
        <dsp:cNvSpPr/>
      </dsp:nvSpPr>
      <dsp:spPr>
        <a:xfrm>
          <a:off x="274138" y="1109897"/>
          <a:ext cx="1144000" cy="5312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50" kern="1200" dirty="0" smtClean="0"/>
            <a:t>新商</a:t>
          </a:r>
          <a:r>
            <a:rPr lang="en-US" altLang="zh-CN" sz="1050" kern="1200" dirty="0" smtClean="0"/>
            <a:t>-10</a:t>
          </a:r>
          <a:r>
            <a:rPr lang="zh-CN" altLang="en-US" sz="1050" kern="1200" dirty="0" smtClean="0"/>
            <a:t>家店</a:t>
          </a:r>
          <a:endParaRPr lang="zh-CN" altLang="en-US" sz="1050" kern="1200" dirty="0"/>
        </a:p>
      </dsp:txBody>
      <dsp:txXfrm>
        <a:off x="457178" y="1109897"/>
        <a:ext cx="960960" cy="531230"/>
      </dsp:txXfrm>
    </dsp:sp>
    <dsp:sp modelId="{D30D45FD-738D-497C-88D2-E4596682A66C}">
      <dsp:nvSpPr>
        <dsp:cNvPr id="0" name=""/>
        <dsp:cNvSpPr/>
      </dsp:nvSpPr>
      <dsp:spPr>
        <a:xfrm>
          <a:off x="0" y="265358"/>
          <a:ext cx="651425" cy="5309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50" kern="1200" dirty="0" smtClean="0"/>
            <a:t>选址中</a:t>
          </a:r>
          <a:endParaRPr lang="zh-CN" altLang="en-US" sz="1050" kern="1200" dirty="0"/>
        </a:p>
      </dsp:txBody>
      <dsp:txXfrm>
        <a:off x="95399" y="343116"/>
        <a:ext cx="460627" cy="375449"/>
      </dsp:txXfrm>
    </dsp:sp>
    <dsp:sp modelId="{387E96F0-2A30-41DE-9421-6F42189DE07C}">
      <dsp:nvSpPr>
        <dsp:cNvPr id="0" name=""/>
        <dsp:cNvSpPr/>
      </dsp:nvSpPr>
      <dsp:spPr>
        <a:xfrm>
          <a:off x="2069563" y="1099538"/>
          <a:ext cx="1012111" cy="5312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50" kern="1200" dirty="0" smtClean="0"/>
            <a:t>     新</a:t>
          </a:r>
          <a:r>
            <a:rPr lang="zh-CN" altLang="en-US" sz="1050" kern="1200" dirty="0" smtClean="0"/>
            <a:t>商</a:t>
          </a:r>
          <a:r>
            <a:rPr lang="en-US" altLang="zh-CN" sz="1050" kern="1200" dirty="0" smtClean="0"/>
            <a:t>-9</a:t>
          </a:r>
          <a:r>
            <a:rPr lang="zh-CN" altLang="en-US" sz="1050" kern="1200" dirty="0" smtClean="0"/>
            <a:t>位      </a:t>
          </a:r>
          <a:endParaRPr lang="zh-CN" altLang="en-US" sz="1050" kern="1200" dirty="0"/>
        </a:p>
      </dsp:txBody>
      <dsp:txXfrm>
        <a:off x="2231501" y="1099538"/>
        <a:ext cx="850174" cy="531230"/>
      </dsp:txXfrm>
    </dsp:sp>
    <dsp:sp modelId="{6744D8AC-47FD-4B15-9BFF-33D6326E7131}">
      <dsp:nvSpPr>
        <dsp:cNvPr id="0" name=""/>
        <dsp:cNvSpPr/>
      </dsp:nvSpPr>
      <dsp:spPr>
        <a:xfrm>
          <a:off x="1889936" y="797003"/>
          <a:ext cx="635427" cy="5580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050" kern="1200" dirty="0" smtClean="0"/>
            <a:t>确认意向中</a:t>
          </a:r>
          <a:endParaRPr lang="zh-CN" altLang="en-US" sz="1050" kern="1200" dirty="0"/>
        </a:p>
      </dsp:txBody>
      <dsp:txXfrm>
        <a:off x="1982992" y="878721"/>
        <a:ext cx="449315" cy="3945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744315-1021-41D8-BF27-AE5CFA09E678}">
      <dsp:nvSpPr>
        <dsp:cNvPr id="0" name=""/>
        <dsp:cNvSpPr/>
      </dsp:nvSpPr>
      <dsp:spPr>
        <a:xfrm>
          <a:off x="-4579633" y="-702172"/>
          <a:ext cx="5455350" cy="5455350"/>
        </a:xfrm>
        <a:prstGeom prst="blockArc">
          <a:avLst>
            <a:gd name="adj1" fmla="val 18900000"/>
            <a:gd name="adj2" fmla="val 2700000"/>
            <a:gd name="adj3" fmla="val 396"/>
          </a:avLst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733C93-C9DB-4327-9A74-504C423BE0A6}">
      <dsp:nvSpPr>
        <dsp:cNvPr id="0" name=""/>
        <dsp:cNvSpPr/>
      </dsp:nvSpPr>
      <dsp:spPr>
        <a:xfrm>
          <a:off x="327028" y="213325"/>
          <a:ext cx="6075940" cy="4264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 smtClean="0"/>
            <a:t>1.</a:t>
          </a:r>
          <a:r>
            <a:rPr lang="zh-CN" altLang="en-US" sz="1600" kern="1200" dirty="0" smtClean="0"/>
            <a:t>今年大</a:t>
          </a:r>
          <a:r>
            <a:rPr lang="zh-CN" altLang="en-US" sz="1600" kern="1200" dirty="0" smtClean="0"/>
            <a:t>商持续</a:t>
          </a:r>
          <a:r>
            <a:rPr lang="zh-CN" altLang="en-US" sz="1600" kern="1200" dirty="0" smtClean="0"/>
            <a:t>挖掘</a:t>
          </a:r>
          <a:endParaRPr lang="zh-CN" altLang="en-US" sz="1600" kern="1200" dirty="0"/>
        </a:p>
      </dsp:txBody>
      <dsp:txXfrm>
        <a:off x="327028" y="213325"/>
        <a:ext cx="6075940" cy="426489"/>
      </dsp:txXfrm>
    </dsp:sp>
    <dsp:sp modelId="{D973C98D-38CF-47B5-84C9-66861A5BE00E}">
      <dsp:nvSpPr>
        <dsp:cNvPr id="0" name=""/>
        <dsp:cNvSpPr/>
      </dsp:nvSpPr>
      <dsp:spPr>
        <a:xfrm>
          <a:off x="60472" y="160014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17EA5-D53E-4887-B76E-58F300A2DBEF}">
      <dsp:nvSpPr>
        <dsp:cNvPr id="0" name=""/>
        <dsp:cNvSpPr/>
      </dsp:nvSpPr>
      <dsp:spPr>
        <a:xfrm>
          <a:off x="677845" y="852979"/>
          <a:ext cx="5725123" cy="426489"/>
        </a:xfrm>
        <a:prstGeom prst="rect">
          <a:avLst/>
        </a:prstGeom>
        <a:solidFill>
          <a:schemeClr val="accent3">
            <a:hueOff val="2250053"/>
            <a:satOff val="-3376"/>
            <a:lumOff val="-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 smtClean="0"/>
            <a:t>2</a:t>
          </a:r>
          <a:r>
            <a:rPr lang="en-US" altLang="en-US" sz="1600" kern="1200" dirty="0" smtClean="0"/>
            <a:t>.</a:t>
          </a:r>
          <a:r>
            <a:rPr lang="zh-CN" altLang="en-US" sz="1600" kern="1200" dirty="0" smtClean="0"/>
            <a:t>新客户</a:t>
          </a:r>
          <a:r>
            <a:rPr lang="zh-CN" altLang="en-US" sz="1600" kern="1200" dirty="0" smtClean="0"/>
            <a:t>的</a:t>
          </a:r>
          <a:r>
            <a:rPr lang="zh-CN" altLang="en-US" sz="1600" kern="1200" dirty="0" smtClean="0"/>
            <a:t>转化</a:t>
          </a:r>
          <a:endParaRPr lang="zh-CN" altLang="en-US" sz="1600" kern="1200" dirty="0"/>
        </a:p>
      </dsp:txBody>
      <dsp:txXfrm>
        <a:off x="677845" y="852979"/>
        <a:ext cx="5725123" cy="426489"/>
      </dsp:txXfrm>
    </dsp:sp>
    <dsp:sp modelId="{A17ABE2C-6412-40D1-9AF1-C5CE1A977739}">
      <dsp:nvSpPr>
        <dsp:cNvPr id="0" name=""/>
        <dsp:cNvSpPr/>
      </dsp:nvSpPr>
      <dsp:spPr>
        <a:xfrm>
          <a:off x="411289" y="799668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2250053"/>
              <a:satOff val="-3376"/>
              <a:lumOff val="-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193F7-AD22-4994-AB35-EA24181B73FF}">
      <dsp:nvSpPr>
        <dsp:cNvPr id="0" name=""/>
        <dsp:cNvSpPr/>
      </dsp:nvSpPr>
      <dsp:spPr>
        <a:xfrm>
          <a:off x="838265" y="1492633"/>
          <a:ext cx="5564703" cy="426489"/>
        </a:xfrm>
        <a:prstGeom prst="rect">
          <a:avLst/>
        </a:prstGeom>
        <a:solidFill>
          <a:schemeClr val="accent3">
            <a:hueOff val="4500106"/>
            <a:satOff val="-6752"/>
            <a:lumOff val="-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 smtClean="0"/>
            <a:t>3</a:t>
          </a:r>
          <a:r>
            <a:rPr lang="en-US" altLang="en-US" sz="1600" kern="1200" dirty="0" smtClean="0"/>
            <a:t>.</a:t>
          </a:r>
          <a:r>
            <a:rPr lang="zh-CN" altLang="en-US" sz="1600" kern="1200" dirty="0" smtClean="0"/>
            <a:t>汉堡店</a:t>
          </a:r>
          <a:r>
            <a:rPr lang="zh-CN" altLang="en-US" sz="1600" kern="1200" dirty="0" smtClean="0"/>
            <a:t>翻牌（</a:t>
          </a:r>
          <a:r>
            <a:rPr lang="zh-CN" altLang="en-US" sz="1600" kern="1200" dirty="0" smtClean="0"/>
            <a:t>关注竞品营业额</a:t>
          </a:r>
          <a:r>
            <a:rPr lang="zh-CN" altLang="en-US" sz="1600" kern="1200" dirty="0" smtClean="0"/>
            <a:t>低的门店和布点密集区域</a:t>
          </a:r>
          <a:r>
            <a:rPr lang="zh-CN" altLang="en-US" sz="1600" kern="1200" dirty="0" smtClean="0"/>
            <a:t>）</a:t>
          </a:r>
          <a:endParaRPr lang="zh-CN" altLang="en-US" sz="1600" kern="1200" dirty="0"/>
        </a:p>
      </dsp:txBody>
      <dsp:txXfrm>
        <a:off x="838265" y="1492633"/>
        <a:ext cx="5564703" cy="426489"/>
      </dsp:txXfrm>
    </dsp:sp>
    <dsp:sp modelId="{68EC2BFB-E957-42DE-8BC7-FF521732E781}">
      <dsp:nvSpPr>
        <dsp:cNvPr id="0" name=""/>
        <dsp:cNvSpPr/>
      </dsp:nvSpPr>
      <dsp:spPr>
        <a:xfrm>
          <a:off x="571709" y="1439322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4500106"/>
              <a:satOff val="-6752"/>
              <a:lumOff val="-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5338E-22EA-4589-8C23-57ECC1D021F3}">
      <dsp:nvSpPr>
        <dsp:cNvPr id="0" name=""/>
        <dsp:cNvSpPr/>
      </dsp:nvSpPr>
      <dsp:spPr>
        <a:xfrm>
          <a:off x="838265" y="2131881"/>
          <a:ext cx="5564703" cy="426489"/>
        </a:xfrm>
        <a:prstGeom prst="rect">
          <a:avLst/>
        </a:prstGeom>
        <a:solidFill>
          <a:schemeClr val="accent3">
            <a:hueOff val="6750158"/>
            <a:satOff val="-10128"/>
            <a:lumOff val="-1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1600" kern="1200" dirty="0" smtClean="0"/>
            <a:t>4.</a:t>
          </a:r>
          <a:r>
            <a:rPr lang="zh-CN" altLang="en-US" sz="1600" kern="1200" dirty="0" smtClean="0"/>
            <a:t>连锁服务行业客户挖掘（餐饮</a:t>
          </a:r>
          <a:r>
            <a:rPr lang="en-US" altLang="zh-CN" sz="1600" kern="1200" dirty="0" smtClean="0"/>
            <a:t>/</a:t>
          </a:r>
          <a:r>
            <a:rPr lang="en-US" altLang="en-US" sz="1600" kern="1200" dirty="0" smtClean="0"/>
            <a:t>KTV/</a:t>
          </a:r>
          <a:r>
            <a:rPr lang="zh-CN" altLang="en-US" sz="1600" kern="1200" dirty="0" smtClean="0"/>
            <a:t>酒店</a:t>
          </a:r>
          <a:r>
            <a:rPr lang="zh-CN" altLang="en-US" sz="1600" kern="1200" dirty="0" smtClean="0"/>
            <a:t>等）</a:t>
          </a:r>
          <a:endParaRPr lang="zh-CN" altLang="en-US" sz="1600" kern="1200" dirty="0"/>
        </a:p>
      </dsp:txBody>
      <dsp:txXfrm>
        <a:off x="838265" y="2131881"/>
        <a:ext cx="5564703" cy="426489"/>
      </dsp:txXfrm>
    </dsp:sp>
    <dsp:sp modelId="{63350A74-5679-4706-88C9-F5FD5BD60715}">
      <dsp:nvSpPr>
        <dsp:cNvPr id="0" name=""/>
        <dsp:cNvSpPr/>
      </dsp:nvSpPr>
      <dsp:spPr>
        <a:xfrm>
          <a:off x="571709" y="2078570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6750158"/>
              <a:satOff val="-10128"/>
              <a:lumOff val="-1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4C75F4-8BDD-4325-A1F5-17A7AE5DD069}">
      <dsp:nvSpPr>
        <dsp:cNvPr id="0" name=""/>
        <dsp:cNvSpPr/>
      </dsp:nvSpPr>
      <dsp:spPr>
        <a:xfrm>
          <a:off x="677845" y="2771535"/>
          <a:ext cx="5725123" cy="426489"/>
        </a:xfrm>
        <a:prstGeom prst="rect">
          <a:avLst/>
        </a:prstGeom>
        <a:solidFill>
          <a:schemeClr val="accent3">
            <a:hueOff val="9000211"/>
            <a:satOff val="-13504"/>
            <a:lumOff val="-2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 dirty="0"/>
        </a:p>
      </dsp:txBody>
      <dsp:txXfrm>
        <a:off x="677845" y="2771535"/>
        <a:ext cx="5725123" cy="426489"/>
      </dsp:txXfrm>
    </dsp:sp>
    <dsp:sp modelId="{59C74078-ABBF-4CC7-B2B3-3192AFE9A07D}">
      <dsp:nvSpPr>
        <dsp:cNvPr id="0" name=""/>
        <dsp:cNvSpPr/>
      </dsp:nvSpPr>
      <dsp:spPr>
        <a:xfrm>
          <a:off x="411289" y="2718224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9000211"/>
              <a:satOff val="-13504"/>
              <a:lumOff val="-2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727007-9329-4A06-8C9F-7570DC630350}">
      <dsp:nvSpPr>
        <dsp:cNvPr id="0" name=""/>
        <dsp:cNvSpPr/>
      </dsp:nvSpPr>
      <dsp:spPr>
        <a:xfrm>
          <a:off x="327028" y="3411189"/>
          <a:ext cx="6075940" cy="426489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8526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 dirty="0"/>
        </a:p>
      </dsp:txBody>
      <dsp:txXfrm>
        <a:off x="327028" y="3411189"/>
        <a:ext cx="6075940" cy="426489"/>
      </dsp:txXfrm>
    </dsp:sp>
    <dsp:sp modelId="{EE43622E-30DF-4EBD-B635-2BB795B96ECC}">
      <dsp:nvSpPr>
        <dsp:cNvPr id="0" name=""/>
        <dsp:cNvSpPr/>
      </dsp:nvSpPr>
      <dsp:spPr>
        <a:xfrm>
          <a:off x="60472" y="3357878"/>
          <a:ext cx="533112" cy="5331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3A9A1-7A8C-427C-B33C-E9493A4963FA}">
      <dsp:nvSpPr>
        <dsp:cNvPr id="0" name=""/>
        <dsp:cNvSpPr/>
      </dsp:nvSpPr>
      <dsp:spPr>
        <a:xfrm>
          <a:off x="1983" y="0"/>
          <a:ext cx="2416224" cy="690273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200" b="1" kern="1200" dirty="0" smtClean="0">
            <a:latin typeface="+mn-ea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江苏省南通</a:t>
          </a:r>
          <a:r>
            <a:rPr lang="zh-CN" altLang="en-US" sz="1200" b="1" kern="1200" dirty="0" smtClean="0">
              <a:latin typeface="+mn-ea"/>
            </a:rPr>
            <a:t>市</a:t>
          </a:r>
          <a:endParaRPr lang="zh-CN" altLang="en-US" sz="1200" kern="1200" dirty="0"/>
        </a:p>
      </dsp:txBody>
      <dsp:txXfrm>
        <a:off x="347120" y="0"/>
        <a:ext cx="1725951" cy="690273"/>
      </dsp:txXfrm>
    </dsp:sp>
    <dsp:sp modelId="{7502FDF6-D1B2-4936-879E-C5754997C4BE}">
      <dsp:nvSpPr>
        <dsp:cNvPr id="0" name=""/>
        <dsp:cNvSpPr/>
      </dsp:nvSpPr>
      <dsp:spPr>
        <a:xfrm>
          <a:off x="2176585" y="0"/>
          <a:ext cx="2416224" cy="690273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南通</a:t>
          </a:r>
          <a:r>
            <a:rPr lang="zh-CN" altLang="en-US" sz="1200" b="1" kern="1200" dirty="0" smtClean="0">
              <a:latin typeface="+mn-ea"/>
            </a:rPr>
            <a:t>美沁酒店 </a:t>
          </a:r>
          <a:endParaRPr lang="zh-CN" altLang="en-US" sz="1200" kern="1200" dirty="0"/>
        </a:p>
      </dsp:txBody>
      <dsp:txXfrm>
        <a:off x="2521722" y="0"/>
        <a:ext cx="1725951" cy="690273"/>
      </dsp:txXfrm>
    </dsp:sp>
    <dsp:sp modelId="{B305D794-9244-4E1E-BA88-10131BF461D3}">
      <dsp:nvSpPr>
        <dsp:cNvPr id="0" name=""/>
        <dsp:cNvSpPr/>
      </dsp:nvSpPr>
      <dsp:spPr>
        <a:xfrm>
          <a:off x="4351187" y="0"/>
          <a:ext cx="2416224" cy="690273"/>
        </a:xfrm>
        <a:prstGeom prst="chevron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南通</a:t>
          </a:r>
          <a:r>
            <a:rPr lang="zh-CN" altLang="en-US" sz="1200" b="1" kern="1200" dirty="0" smtClean="0">
              <a:latin typeface="+mn-ea"/>
            </a:rPr>
            <a:t>星</a:t>
          </a:r>
          <a:r>
            <a:rPr lang="zh-CN" altLang="en-US" sz="1200" b="1" kern="1200" dirty="0" smtClean="0">
              <a:latin typeface="+mn-ea"/>
            </a:rPr>
            <a:t>派</a:t>
          </a:r>
          <a:endParaRPr lang="zh-CN" altLang="en-US" sz="1200" kern="1200" dirty="0"/>
        </a:p>
      </dsp:txBody>
      <dsp:txXfrm>
        <a:off x="4696324" y="0"/>
        <a:ext cx="1725951" cy="6902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3A9A1-7A8C-427C-B33C-E9493A4963FA}">
      <dsp:nvSpPr>
        <dsp:cNvPr id="0" name=""/>
        <dsp:cNvSpPr/>
      </dsp:nvSpPr>
      <dsp:spPr>
        <a:xfrm>
          <a:off x="3884" y="0"/>
          <a:ext cx="2322016" cy="690273"/>
        </a:xfrm>
        <a:prstGeom prst="chevron">
          <a:avLst/>
        </a:prstGeom>
        <a:solidFill>
          <a:srgbClr val="F6CF98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200" b="1" kern="1200" dirty="0" smtClean="0">
            <a:latin typeface="+mn-ea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江苏</a:t>
          </a:r>
          <a:r>
            <a:rPr lang="zh-CN" altLang="zh-CN" sz="1200" b="1" kern="1200" dirty="0" smtClean="0">
              <a:latin typeface="+mn-ea"/>
            </a:rPr>
            <a:t>句</a:t>
          </a:r>
          <a:r>
            <a:rPr lang="zh-CN" altLang="zh-CN" sz="1200" b="1" kern="1200" dirty="0" smtClean="0">
              <a:latin typeface="+mn-ea"/>
            </a:rPr>
            <a:t>容</a:t>
          </a:r>
          <a:endParaRPr lang="zh-CN" altLang="en-US" sz="1200" kern="1200" dirty="0"/>
        </a:p>
      </dsp:txBody>
      <dsp:txXfrm>
        <a:off x="349021" y="0"/>
        <a:ext cx="1631743" cy="690273"/>
      </dsp:txXfrm>
    </dsp:sp>
    <dsp:sp modelId="{7502FDF6-D1B2-4936-879E-C5754997C4BE}">
      <dsp:nvSpPr>
        <dsp:cNvPr id="0" name=""/>
        <dsp:cNvSpPr/>
      </dsp:nvSpPr>
      <dsp:spPr>
        <a:xfrm>
          <a:off x="2093699" y="0"/>
          <a:ext cx="2322016" cy="690273"/>
        </a:xfrm>
        <a:prstGeom prst="chevron">
          <a:avLst/>
        </a:prstGeom>
        <a:solidFill>
          <a:srgbClr val="F6CF9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200" b="1" kern="1200" dirty="0" smtClean="0">
            <a:latin typeface="+mn-ea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200" b="1" kern="1200" dirty="0" smtClean="0">
              <a:latin typeface="+mn-ea"/>
            </a:rPr>
            <a:t>常州碧</a:t>
          </a:r>
          <a:r>
            <a:rPr lang="zh-CN" altLang="zh-CN" sz="1200" b="1" kern="1200" dirty="0" smtClean="0">
              <a:latin typeface="+mn-ea"/>
            </a:rPr>
            <a:t>湖</a:t>
          </a:r>
          <a:endParaRPr lang="zh-CN" altLang="en-US" sz="1200" kern="1200" dirty="0"/>
        </a:p>
      </dsp:txBody>
      <dsp:txXfrm>
        <a:off x="2438836" y="0"/>
        <a:ext cx="1631743" cy="6902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23A9A1-7A8C-427C-B33C-E9493A4963FA}">
      <dsp:nvSpPr>
        <dsp:cNvPr id="0" name=""/>
        <dsp:cNvSpPr/>
      </dsp:nvSpPr>
      <dsp:spPr>
        <a:xfrm>
          <a:off x="3884" y="0"/>
          <a:ext cx="2322016" cy="690273"/>
        </a:xfrm>
        <a:prstGeom prst="chevron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200" b="1" kern="1200" dirty="0" smtClean="0">
            <a:latin typeface="+mn-ea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上海</a:t>
          </a:r>
          <a:r>
            <a:rPr lang="zh-CN" altLang="en-US" sz="1200" b="1" kern="1200" dirty="0" smtClean="0">
              <a:latin typeface="+mn-ea"/>
            </a:rPr>
            <a:t>金山</a:t>
          </a:r>
          <a:endParaRPr lang="zh-CN" altLang="en-US" sz="1200" kern="1200" dirty="0"/>
        </a:p>
      </dsp:txBody>
      <dsp:txXfrm>
        <a:off x="349021" y="0"/>
        <a:ext cx="1631743" cy="690273"/>
      </dsp:txXfrm>
    </dsp:sp>
    <dsp:sp modelId="{7502FDF6-D1B2-4936-879E-C5754997C4BE}">
      <dsp:nvSpPr>
        <dsp:cNvPr id="0" name=""/>
        <dsp:cNvSpPr/>
      </dsp:nvSpPr>
      <dsp:spPr>
        <a:xfrm>
          <a:off x="2093699" y="0"/>
          <a:ext cx="2322016" cy="690273"/>
        </a:xfrm>
        <a:prstGeom prst="chevron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200" b="1" kern="1200" dirty="0" smtClean="0">
            <a:latin typeface="+mn-ea"/>
          </a:endParaRPr>
        </a:p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+mn-ea"/>
            </a:rPr>
            <a:t>上海临港</a:t>
          </a:r>
          <a:endParaRPr lang="zh-CN" altLang="en-US" sz="1200" kern="1200" dirty="0"/>
        </a:p>
      </dsp:txBody>
      <dsp:txXfrm>
        <a:off x="2438836" y="0"/>
        <a:ext cx="1631743" cy="690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29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62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78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93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724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29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55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62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7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68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617A0-9982-4A11-8164-C4E7B02B1058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8EB1C-DF65-4EFA-B21D-E18A52042E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9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05721364"/>
              </p:ext>
            </p:extLst>
          </p:nvPr>
        </p:nvGraphicFramePr>
        <p:xfrm>
          <a:off x="5411970" y="1286540"/>
          <a:ext cx="2931042" cy="2891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5607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383957345"/>
              </p:ext>
            </p:extLst>
          </p:nvPr>
        </p:nvGraphicFramePr>
        <p:xfrm>
          <a:off x="2082874" y="808074"/>
          <a:ext cx="6457950" cy="4051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01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0924" y="1103164"/>
            <a:ext cx="1281223" cy="381643"/>
          </a:xfrm>
          <a:prstGeom prst="rect">
            <a:avLst/>
          </a:prstGeom>
          <a:noFill/>
        </p:spPr>
        <p:txBody>
          <a:bodyPr wrap="square" lIns="36576" tIns="36576" rIns="36576" bIns="36576" rtlCol="0">
            <a:spAutoFit/>
          </a:bodyPr>
          <a:lstStyle/>
          <a:p>
            <a:pPr marL="0" indent="0" algn="ctr">
              <a:buNone/>
            </a:pPr>
            <a:r>
              <a:rPr lang="zh-CN" altLang="en-US" sz="2000" dirty="0" smtClean="0">
                <a:latin typeface="+mj-ea"/>
                <a:ea typeface="+mj-ea"/>
              </a:rPr>
              <a:t>刘某某</a:t>
            </a:r>
            <a:endParaRPr lang="en-US" altLang="zh-CN" sz="2000" dirty="0" smtClean="0">
              <a:latin typeface="+mj-ea"/>
              <a:ea typeface="+mj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4450" y="2376728"/>
            <a:ext cx="1194169" cy="381643"/>
          </a:xfrm>
          <a:prstGeom prst="rect">
            <a:avLst/>
          </a:prstGeom>
          <a:noFill/>
        </p:spPr>
        <p:txBody>
          <a:bodyPr wrap="square" lIns="36576" tIns="36576" rIns="36576" bIns="36576" rtlCol="0">
            <a:spAutoFit/>
          </a:bodyPr>
          <a:lstStyle>
            <a:defPPr>
              <a:defRPr lang="en-US"/>
            </a:defPPr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r>
              <a:rPr lang="zh-CN" altLang="en-US" sz="2000" dirty="0" smtClean="0"/>
              <a:t>朱某某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84090" y="3634136"/>
            <a:ext cx="1074888" cy="381643"/>
          </a:xfrm>
          <a:prstGeom prst="rect">
            <a:avLst/>
          </a:prstGeom>
          <a:noFill/>
        </p:spPr>
        <p:txBody>
          <a:bodyPr wrap="square" lIns="36576" tIns="36576" rIns="36576" bIns="36576" rtlCol="0">
            <a:spAutoFit/>
          </a:bodyPr>
          <a:lstStyle>
            <a:defPPr>
              <a:defRPr lang="en-US"/>
            </a:defPPr>
            <a:lvl1pPr marL="0" indent="0" algn="ctr">
              <a:buNone/>
              <a:defRPr sz="2400">
                <a:latin typeface="+mj-ea"/>
                <a:ea typeface="+mj-ea"/>
              </a:defRPr>
            </a:lvl1pPr>
          </a:lstStyle>
          <a:p>
            <a:r>
              <a:rPr lang="zh-CN" altLang="en-US" sz="2000" dirty="0" smtClean="0"/>
              <a:t>薛某某</a:t>
            </a:r>
            <a:endParaRPr lang="en-US" altLang="zh-CN" sz="2000" dirty="0"/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544059291"/>
              </p:ext>
            </p:extLst>
          </p:nvPr>
        </p:nvGraphicFramePr>
        <p:xfrm>
          <a:off x="1807535" y="947150"/>
          <a:ext cx="6769395" cy="690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2310069" y="1640668"/>
            <a:ext cx="131904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0" dirty="0">
                <a:latin typeface="+mj-ea"/>
                <a:ea typeface="+mj-ea"/>
              </a:rPr>
              <a:t>2026/4/17</a:t>
            </a:r>
            <a:endParaRPr lang="zh-CN" altLang="en-US" sz="1000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419781" y="1640668"/>
            <a:ext cx="129875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2026/6/30</a:t>
            </a:r>
            <a:endParaRPr lang="zh-CN" altLang="en-US" sz="1000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40063" y="1640542"/>
            <a:ext cx="1051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2026/7</a:t>
            </a:r>
            <a:endParaRPr lang="zh-CN" altLang="en-US" sz="1000" dirty="0">
              <a:latin typeface="+mj-ea"/>
              <a:ea typeface="+mj-ea"/>
            </a:endParaRPr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3813869060"/>
              </p:ext>
            </p:extLst>
          </p:nvPr>
        </p:nvGraphicFramePr>
        <p:xfrm>
          <a:off x="1821713" y="2253190"/>
          <a:ext cx="4419600" cy="690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3498102633"/>
              </p:ext>
            </p:extLst>
          </p:nvPr>
        </p:nvGraphicFramePr>
        <p:xfrm>
          <a:off x="1866455" y="3506546"/>
          <a:ext cx="4419600" cy="690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1" name="矩形 10"/>
          <p:cNvSpPr/>
          <p:nvPr/>
        </p:nvSpPr>
        <p:spPr>
          <a:xfrm>
            <a:off x="2310069" y="4178110"/>
            <a:ext cx="1051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2026/7</a:t>
            </a:r>
            <a:endParaRPr lang="zh-CN" altLang="en-US" sz="1000" dirty="0"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19781" y="4178110"/>
            <a:ext cx="1051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2026/9</a:t>
            </a:r>
            <a:endParaRPr lang="zh-CN" altLang="en-US" sz="1000" dirty="0"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10069" y="2934105"/>
            <a:ext cx="1051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2026/7</a:t>
            </a:r>
            <a:endParaRPr lang="zh-CN" altLang="en-US" sz="1000" dirty="0"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17188" y="2934105"/>
            <a:ext cx="1051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000" dirty="0">
                <a:latin typeface="+mj-ea"/>
                <a:ea typeface="+mj-ea"/>
              </a:rPr>
              <a:t>预计</a:t>
            </a:r>
            <a:r>
              <a:rPr lang="en-US" altLang="zh-CN" sz="1000" dirty="0">
                <a:latin typeface="+mj-ea"/>
                <a:ea typeface="+mj-ea"/>
              </a:rPr>
              <a:t>2026/7</a:t>
            </a:r>
            <a:endParaRPr lang="zh-CN" altLang="en-US" sz="1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7530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</Words>
  <Application>Microsoft Office PowerPoint</Application>
  <PresentationFormat>全屏显示(4:3)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Wang, Jingyi</dc:creator>
  <cp:lastModifiedBy>Wang, Jingyi</cp:lastModifiedBy>
  <cp:revision>1</cp:revision>
  <dcterms:created xsi:type="dcterms:W3CDTF">2026-06-18T15:11:38Z</dcterms:created>
  <dcterms:modified xsi:type="dcterms:W3CDTF">2026-06-18T15:14:38Z</dcterms:modified>
</cp:coreProperties>
</file>